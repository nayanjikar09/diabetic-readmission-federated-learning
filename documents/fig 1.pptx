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8.xml"/><Relationship Id="rId2" Type="http://schemas.openxmlformats.org/officeDocument/2006/relationships/image" Target="../media/image1.png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4606" t="11987" r="15763" b="10150"/>
          <a:stretch>
            <a:fillRect/>
          </a:stretch>
        </p:blipFill>
        <p:spPr>
          <a:xfrm>
            <a:off x="869315" y="603250"/>
            <a:ext cx="1572260" cy="1412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rcRect l="14606" t="11987" r="15763" b="10150"/>
          <a:stretch>
            <a:fillRect/>
          </a:stretch>
        </p:blipFill>
        <p:spPr>
          <a:xfrm>
            <a:off x="869315" y="2722880"/>
            <a:ext cx="1572260" cy="1412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rcRect l="14606" t="11987" r="15763" b="10150"/>
          <a:stretch>
            <a:fillRect/>
          </a:stretch>
        </p:blipFill>
        <p:spPr>
          <a:xfrm>
            <a:off x="869315" y="4715510"/>
            <a:ext cx="1572260" cy="1412875"/>
          </a:xfrm>
          <a:prstGeom prst="rect">
            <a:avLst/>
          </a:prstGeom>
        </p:spPr>
      </p:pic>
      <p:sp>
        <p:nvSpPr>
          <p:cNvPr id="8" name="Text Box 7"/>
          <p:cNvSpPr txBox="1"/>
          <p:nvPr>
            <p:custDataLst>
              <p:tags r:id="rId5"/>
            </p:custDataLst>
          </p:nvPr>
        </p:nvSpPr>
        <p:spPr>
          <a:xfrm>
            <a:off x="1115060" y="2016125"/>
            <a:ext cx="1325880" cy="37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Hospital A</a:t>
            </a:r>
            <a:endParaRPr lang="en-US"/>
          </a:p>
        </p:txBody>
      </p:sp>
      <p:sp>
        <p:nvSpPr>
          <p:cNvPr id="9" name="Text Box 8"/>
          <p:cNvSpPr txBox="1"/>
          <p:nvPr>
            <p:custDataLst>
              <p:tags r:id="rId6"/>
            </p:custDataLst>
          </p:nvPr>
        </p:nvSpPr>
        <p:spPr>
          <a:xfrm>
            <a:off x="1115695" y="4020185"/>
            <a:ext cx="1325880" cy="37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Hospital B</a:t>
            </a:r>
            <a:endParaRPr lang="en-US"/>
          </a:p>
        </p:txBody>
      </p:sp>
      <p:sp>
        <p:nvSpPr>
          <p:cNvPr id="10" name="Text Box 9"/>
          <p:cNvSpPr txBox="1"/>
          <p:nvPr>
            <p:custDataLst>
              <p:tags r:id="rId7"/>
            </p:custDataLst>
          </p:nvPr>
        </p:nvSpPr>
        <p:spPr>
          <a:xfrm>
            <a:off x="1115695" y="6120765"/>
            <a:ext cx="1325880" cy="37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Hospital C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2190" y="2402205"/>
            <a:ext cx="1809750" cy="2314575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stCxn id="4" idx="3"/>
          </p:cNvCxnSpPr>
          <p:nvPr/>
        </p:nvCxnSpPr>
        <p:spPr>
          <a:xfrm>
            <a:off x="2441575" y="1310005"/>
            <a:ext cx="3620135" cy="2060575"/>
          </a:xfrm>
          <a:prstGeom prst="straightConnector1">
            <a:avLst/>
          </a:prstGeom>
          <a:ln w="31750">
            <a:solidFill>
              <a:schemeClr val="tx1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451100" y="3559810"/>
            <a:ext cx="3631565" cy="6985"/>
          </a:xfrm>
          <a:prstGeom prst="straightConnector1">
            <a:avLst/>
          </a:prstGeom>
          <a:ln w="31750">
            <a:solidFill>
              <a:schemeClr val="tx1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441575" y="3705860"/>
            <a:ext cx="3629660" cy="1716405"/>
          </a:xfrm>
          <a:prstGeom prst="straightConnector1">
            <a:avLst/>
          </a:prstGeom>
          <a:ln w="31750">
            <a:solidFill>
              <a:schemeClr val="tx1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Rectangles 18"/>
          <p:cNvSpPr/>
          <p:nvPr/>
        </p:nvSpPr>
        <p:spPr>
          <a:xfrm>
            <a:off x="8058150" y="1605915"/>
            <a:ext cx="2228215" cy="389826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/>
              <a:t>Initial Global Model</a:t>
            </a:r>
            <a:endParaRPr lang="en-US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/>
              <a:t>Central Server with Aggregation Logic</a:t>
            </a:r>
            <a:endParaRPr lang="en-US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/>
              <a:t>Weighted Trained Global Model (Accessible for Prediction)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4606" t="11987" r="15763" b="10150"/>
          <a:stretch>
            <a:fillRect/>
          </a:stretch>
        </p:blipFill>
        <p:spPr>
          <a:xfrm>
            <a:off x="869315" y="2722880"/>
            <a:ext cx="1572260" cy="1412875"/>
          </a:xfrm>
          <a:prstGeom prst="rect">
            <a:avLst/>
          </a:prstGeom>
        </p:spPr>
      </p:pic>
      <p:sp>
        <p:nvSpPr>
          <p:cNvPr id="9" name="Text Box 8"/>
          <p:cNvSpPr txBox="1"/>
          <p:nvPr>
            <p:custDataLst>
              <p:tags r:id="rId3"/>
            </p:custDataLst>
          </p:nvPr>
        </p:nvSpPr>
        <p:spPr>
          <a:xfrm>
            <a:off x="1115695" y="4020185"/>
            <a:ext cx="1325880" cy="37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Hospital B</a:t>
            </a:r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380" y="2271395"/>
            <a:ext cx="1809750" cy="2314575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2451100" y="3559810"/>
            <a:ext cx="1478280" cy="2540"/>
          </a:xfrm>
          <a:prstGeom prst="straightConnector1">
            <a:avLst/>
          </a:prstGeom>
          <a:ln w="31750">
            <a:solidFill>
              <a:schemeClr val="tx1"/>
            </a:soli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3.7,&quot;left&quot;:68.45,&quot;top&quot;:47.5,&quot;width&quot;:123.8}"/>
</p:tagLst>
</file>

<file path=ppt/tags/tag2.xml><?xml version="1.0" encoding="utf-8"?>
<p:tagLst xmlns:p="http://schemas.openxmlformats.org/presentationml/2006/main">
  <p:tag name="KSO_WM_DIAGRAM_VIRTUALLY_FRAME" val="{&quot;height&quot;:463.7,&quot;left&quot;:68.45,&quot;top&quot;:47.5,&quot;width&quot;:123.8}"/>
</p:tagLst>
</file>

<file path=ppt/tags/tag3.xml><?xml version="1.0" encoding="utf-8"?>
<p:tagLst xmlns:p="http://schemas.openxmlformats.org/presentationml/2006/main">
  <p:tag name="KSO_WM_DIAGRAM_VIRTUALLY_FRAME" val="{&quot;height&quot;:463.7,&quot;left&quot;:68.45,&quot;top&quot;:47.5,&quot;width&quot;:123.8}"/>
</p:tagLst>
</file>

<file path=ppt/tags/tag4.xml><?xml version="1.0" encoding="utf-8"?>
<p:tagLst xmlns:p="http://schemas.openxmlformats.org/presentationml/2006/main">
  <p:tag name="KSO_WM_DIAGRAM_VIRTUALLY_FRAME" val="{&quot;height&quot;:463.7,&quot;left&quot;:68.45,&quot;top&quot;:47.5,&quot;width&quot;:123.8}"/>
</p:tagLst>
</file>

<file path=ppt/tags/tag5.xml><?xml version="1.0" encoding="utf-8"?>
<p:tagLst xmlns:p="http://schemas.openxmlformats.org/presentationml/2006/main">
  <p:tag name="KSO_WM_DIAGRAM_VIRTUALLY_FRAME" val="{&quot;height&quot;:463.7,&quot;left&quot;:68.45,&quot;top&quot;:47.5,&quot;width&quot;:123.8}"/>
</p:tagLst>
</file>

<file path=ppt/tags/tag6.xml><?xml version="1.0" encoding="utf-8"?>
<p:tagLst xmlns:p="http://schemas.openxmlformats.org/presentationml/2006/main">
  <p:tag name="KSO_WM_DIAGRAM_VIRTUALLY_FRAME" val="{&quot;height&quot;:463.7,&quot;left&quot;:68.45,&quot;top&quot;:47.5,&quot;width&quot;:123.8}"/>
</p:tagLst>
</file>

<file path=ppt/tags/tag7.xml><?xml version="1.0" encoding="utf-8"?>
<p:tagLst xmlns:p="http://schemas.openxmlformats.org/presentationml/2006/main">
  <p:tag name="KSO_WM_DIAGRAM_VIRTUALLY_FRAME" val="{&quot;height&quot;:463.7,&quot;left&quot;:68.45,&quot;top&quot;:47.5,&quot;width&quot;:123.8}"/>
</p:tagLst>
</file>

<file path=ppt/tags/tag8.xml><?xml version="1.0" encoding="utf-8"?>
<p:tagLst xmlns:p="http://schemas.openxmlformats.org/presentationml/2006/main">
  <p:tag name="KSO_WM_DIAGRAM_VIRTUALLY_FRAME" val="{&quot;height&quot;:463.7,&quot;left&quot;:68.45,&quot;top&quot;:47.5,&quot;width&quot;:123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WPS Presentation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Nayan Jikar</cp:lastModifiedBy>
  <cp:revision>10</cp:revision>
  <dcterms:created xsi:type="dcterms:W3CDTF">2025-07-23T00:59:00Z</dcterms:created>
  <dcterms:modified xsi:type="dcterms:W3CDTF">2026-01-31T19:45:58Z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EE6F319C9C6F4AF994A48E8E67EC4F2A_11</vt:lpwstr>
  </property>
  <property fmtid="{D5CDD505-2E9C-101B-9397-08002B2CF9AE}" pid="3" name="KSOProductBuildVer">
    <vt:lpwstr>1033-12.2.0.23197</vt:lpwstr>
  </property>
</Properties>
</file>