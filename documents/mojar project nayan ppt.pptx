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60" r:id="rId3"/>
    <p:sldMasterId id="2147483672" r:id="rId4"/>
  </p:sldMasterIdLst>
  <p:notesMasterIdLst>
    <p:notesMasterId r:id="rId6"/>
  </p:notesMasterIdLst>
  <p:sldIdLst>
    <p:sldId id="379" r:id="rId5"/>
    <p:sldId id="394" r:id="rId7"/>
    <p:sldId id="395" r:id="rId8"/>
    <p:sldId id="393" r:id="rId9"/>
    <p:sldId id="351" r:id="rId10"/>
    <p:sldId id="427" r:id="rId11"/>
    <p:sldId id="428" r:id="rId12"/>
    <p:sldId id="429" r:id="rId13"/>
    <p:sldId id="390" r:id="rId14"/>
    <p:sldId id="410" r:id="rId15"/>
    <p:sldId id="438" r:id="rId16"/>
    <p:sldId id="433" r:id="rId17"/>
    <p:sldId id="432" r:id="rId18"/>
    <p:sldId id="389" r:id="rId19"/>
    <p:sldId id="425" r:id="rId20"/>
    <p:sldId id="388" r:id="rId21"/>
    <p:sldId id="387" r:id="rId22"/>
    <p:sldId id="386" r:id="rId23"/>
    <p:sldId id="392" r:id="rId24"/>
    <p:sldId id="440" r:id="rId25"/>
    <p:sldId id="435" r:id="rId26"/>
    <p:sldId id="385" r:id="rId27"/>
    <p:sldId id="437" r:id="rId28"/>
    <p:sldId id="419" r:id="rId29"/>
    <p:sldId id="439" r:id="rId30"/>
    <p:sldId id="384" r:id="rId31"/>
    <p:sldId id="436" r:id="rId32"/>
    <p:sldId id="339" r:id="rId33"/>
  </p:sldIdLst>
  <p:sldSz cx="9144000" cy="6858000" type="screen4x3"/>
  <p:notesSz cx="6954520" cy="9309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15"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2E5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353" autoAdjust="0"/>
    <p:restoredTop sz="94660"/>
  </p:normalViewPr>
  <p:slideViewPr>
    <p:cSldViewPr showGuides="1">
      <p:cViewPr varScale="1">
        <p:scale>
          <a:sx n="69" d="100"/>
          <a:sy n="69" d="100"/>
        </p:scale>
        <p:origin x="1344" y="72"/>
      </p:cViewPr>
      <p:guideLst>
        <p:guide orient="horz" pos="2115"/>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slide" Target="slides/slide2.xml"/><Relationship Id="rId6" Type="http://schemas.openxmlformats.org/officeDocument/2006/relationships/notesMaster" Target="notesMasters/notesMaster1.xml"/><Relationship Id="rId5" Type="http://schemas.openxmlformats.org/officeDocument/2006/relationships/slide" Target="slides/slide1.xml"/><Relationship Id="rId4" Type="http://schemas.openxmlformats.org/officeDocument/2006/relationships/slideMaster" Target="slideMasters/slideMaster3.xml"/><Relationship Id="rId36" Type="http://schemas.openxmlformats.org/officeDocument/2006/relationships/tableStyles" Target="tableStyles.xml"/><Relationship Id="rId35" Type="http://schemas.openxmlformats.org/officeDocument/2006/relationships/viewProps" Target="viewProps.xml"/><Relationship Id="rId34" Type="http://schemas.openxmlformats.org/officeDocument/2006/relationships/presProps" Target="presProps.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763" cy="467072"/>
          </a:xfrm>
          <a:prstGeom prst="rect">
            <a:avLst/>
          </a:prstGeom>
        </p:spPr>
        <p:txBody>
          <a:bodyPr vert="horz" lIns="92930" tIns="46465" rIns="92930" bIns="46465" rtlCol="0"/>
          <a:lstStyle>
            <a:lvl1pPr algn="l">
              <a:defRPr sz="1200"/>
            </a:lvl1pPr>
          </a:lstStyle>
          <a:p>
            <a:endParaRPr lang="en-US"/>
          </a:p>
        </p:txBody>
      </p:sp>
      <p:sp>
        <p:nvSpPr>
          <p:cNvPr id="3" name="Date Placeholder 2"/>
          <p:cNvSpPr>
            <a:spLocks noGrp="1"/>
          </p:cNvSpPr>
          <p:nvPr>
            <p:ph type="dt" idx="1"/>
          </p:nvPr>
        </p:nvSpPr>
        <p:spPr>
          <a:xfrm>
            <a:off x="3939466" y="0"/>
            <a:ext cx="3013763" cy="467072"/>
          </a:xfrm>
          <a:prstGeom prst="rect">
            <a:avLst/>
          </a:prstGeom>
        </p:spPr>
        <p:txBody>
          <a:bodyPr vert="horz" lIns="92930" tIns="46465" rIns="92930" bIns="46465" rtlCol="0"/>
          <a:lstStyle>
            <a:lvl1pPr algn="r">
              <a:defRPr sz="1200"/>
            </a:lvl1pPr>
          </a:lstStyle>
          <a:p>
            <a:fld id="{DC9B00DF-D0CD-42BD-A9A6-A9927F9DA07E}" type="datetimeFigureOut">
              <a:rPr lang="en-US" smtClean="0"/>
            </a:fld>
            <a:endParaRPr lang="en-US"/>
          </a:p>
        </p:txBody>
      </p:sp>
      <p:sp>
        <p:nvSpPr>
          <p:cNvPr id="4" name="Slide Image Placeholder 3"/>
          <p:cNvSpPr>
            <a:spLocks noGrp="1" noRot="1" noChangeAspect="1"/>
          </p:cNvSpPr>
          <p:nvPr>
            <p:ph type="sldImg" idx="2"/>
          </p:nvPr>
        </p:nvSpPr>
        <p:spPr>
          <a:xfrm>
            <a:off x="1384300" y="1163638"/>
            <a:ext cx="4186238" cy="3141662"/>
          </a:xfrm>
          <a:prstGeom prst="rect">
            <a:avLst/>
          </a:prstGeom>
          <a:noFill/>
          <a:ln w="12700">
            <a:solidFill>
              <a:prstClr val="black"/>
            </a:solidFill>
          </a:ln>
        </p:spPr>
        <p:txBody>
          <a:bodyPr vert="horz" lIns="92930" tIns="46465" rIns="92930" bIns="46465" rtlCol="0" anchor="ctr"/>
          <a:lstStyle/>
          <a:p>
            <a:endParaRPr lang="en-US"/>
          </a:p>
        </p:txBody>
      </p:sp>
      <p:sp>
        <p:nvSpPr>
          <p:cNvPr id="5" name="Notes Placeholder 4"/>
          <p:cNvSpPr>
            <a:spLocks noGrp="1"/>
          </p:cNvSpPr>
          <p:nvPr>
            <p:ph type="body" sz="quarter" idx="3"/>
          </p:nvPr>
        </p:nvSpPr>
        <p:spPr>
          <a:xfrm>
            <a:off x="695484" y="4480004"/>
            <a:ext cx="5563870" cy="3665458"/>
          </a:xfrm>
          <a:prstGeom prst="rect">
            <a:avLst/>
          </a:prstGeom>
        </p:spPr>
        <p:txBody>
          <a:bodyPr vert="horz" lIns="92930" tIns="46465" rIns="92930" bIns="46465"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842030"/>
            <a:ext cx="3013763" cy="467071"/>
          </a:xfrm>
          <a:prstGeom prst="rect">
            <a:avLst/>
          </a:prstGeom>
        </p:spPr>
        <p:txBody>
          <a:bodyPr vert="horz" lIns="92930" tIns="46465" rIns="92930" bIns="46465" rtlCol="0" anchor="b"/>
          <a:lstStyle>
            <a:lvl1pPr algn="l">
              <a:defRPr sz="1200"/>
            </a:lvl1pPr>
          </a:lstStyle>
          <a:p>
            <a:endParaRPr lang="en-US"/>
          </a:p>
        </p:txBody>
      </p:sp>
      <p:sp>
        <p:nvSpPr>
          <p:cNvPr id="7" name="Slide Number Placeholder 6"/>
          <p:cNvSpPr>
            <a:spLocks noGrp="1"/>
          </p:cNvSpPr>
          <p:nvPr>
            <p:ph type="sldNum" sz="quarter" idx="5"/>
          </p:nvPr>
        </p:nvSpPr>
        <p:spPr>
          <a:xfrm>
            <a:off x="3939466" y="8842030"/>
            <a:ext cx="3013763" cy="467071"/>
          </a:xfrm>
          <a:prstGeom prst="rect">
            <a:avLst/>
          </a:prstGeom>
        </p:spPr>
        <p:txBody>
          <a:bodyPr vert="horz" lIns="92930" tIns="46465" rIns="92930" bIns="46465" rtlCol="0" anchor="b"/>
          <a:lstStyle>
            <a:lvl1pPr algn="r">
              <a:defRPr sz="1200"/>
            </a:lvl1pPr>
          </a:lstStyle>
          <a:p>
            <a:fld id="{203475E3-FDC5-4C2E-93FA-614291BC476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title slide for respective colleges/institutions while we retain the DMIHER logo on top always. </a:t>
            </a:r>
            <a:endParaRPr lang="en-US" dirty="0"/>
          </a:p>
        </p:txBody>
      </p:sp>
      <p:sp>
        <p:nvSpPr>
          <p:cNvPr id="4" name="Slide Number Placeholder 3"/>
          <p:cNvSpPr>
            <a:spLocks noGrp="1"/>
          </p:cNvSpPr>
          <p:nvPr>
            <p:ph type="sldNum" sz="quarter" idx="5"/>
          </p:nvPr>
        </p:nvSpPr>
        <p:spPr/>
        <p:txBody>
          <a:bodyPr/>
          <a:lstStyle/>
          <a:p>
            <a:fld id="{DCE1FC74-779B-D247-B77E-EE4A4441F059}" type="slidenum">
              <a:rPr lang="en-US" smtClean="0">
                <a:solidFill>
                  <a:prstClr val="black"/>
                </a:solidFill>
              </a:rPr>
            </a:fld>
            <a:endParaRPr lang="en-US">
              <a:solidFill>
                <a:prstClr val="black"/>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r>
              <a:rPr lang="en-US"/>
              <a:t>28/08/2020</a:t>
            </a:r>
            <a:endParaRPr lang="en-US"/>
          </a:p>
        </p:txBody>
      </p:sp>
      <p:sp>
        <p:nvSpPr>
          <p:cNvPr id="5" name="Footer Placeholder 4"/>
          <p:cNvSpPr>
            <a:spLocks noGrp="1"/>
          </p:cNvSpPr>
          <p:nvPr>
            <p:ph type="ftr" sz="quarter" idx="11"/>
          </p:nvPr>
        </p:nvSpPr>
        <p:spPr/>
        <p:txBody>
          <a:bodyPr/>
          <a:lstStyle/>
          <a:p>
            <a:r>
              <a:rPr lang="en-US"/>
              <a:t>   Datta Meghe Institute of Medical Sciences  Deemed to be University,  Sawangi (Meghe)Wardha</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r>
              <a:rPr lang="en-US"/>
              <a:t>28/08/2020</a:t>
            </a:r>
            <a:endParaRPr lang="en-US"/>
          </a:p>
        </p:txBody>
      </p:sp>
      <p:sp>
        <p:nvSpPr>
          <p:cNvPr id="5" name="Footer Placeholder 4"/>
          <p:cNvSpPr>
            <a:spLocks noGrp="1"/>
          </p:cNvSpPr>
          <p:nvPr>
            <p:ph type="ftr" sz="quarter" idx="11"/>
          </p:nvPr>
        </p:nvSpPr>
        <p:spPr/>
        <p:txBody>
          <a:bodyPr/>
          <a:lstStyle/>
          <a:p>
            <a:r>
              <a:rPr lang="en-US"/>
              <a:t>   Datta Meghe Institute of Medical Sciences  Deemed to be University,  Sawangi (Meghe)Wardha</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r>
              <a:rPr lang="en-US"/>
              <a:t>28/08/2020</a:t>
            </a:r>
            <a:endParaRPr lang="en-US"/>
          </a:p>
        </p:txBody>
      </p:sp>
      <p:sp>
        <p:nvSpPr>
          <p:cNvPr id="5" name="Footer Placeholder 4"/>
          <p:cNvSpPr>
            <a:spLocks noGrp="1"/>
          </p:cNvSpPr>
          <p:nvPr>
            <p:ph type="ftr" sz="quarter" idx="11"/>
          </p:nvPr>
        </p:nvSpPr>
        <p:spPr/>
        <p:txBody>
          <a:bodyPr/>
          <a:lstStyle/>
          <a:p>
            <a:r>
              <a:rPr lang="en-US"/>
              <a:t>   Datta Meghe Institute of Medical Sciences  Deemed to be University,  Sawangi (Meghe)Wardha</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r>
              <a:rPr lang="en-US"/>
              <a:t>28/08/2020</a:t>
            </a:r>
            <a:endParaRPr lang="en-US"/>
          </a:p>
        </p:txBody>
      </p:sp>
      <p:sp>
        <p:nvSpPr>
          <p:cNvPr id="6" name="Footer Placeholder 5"/>
          <p:cNvSpPr>
            <a:spLocks noGrp="1"/>
          </p:cNvSpPr>
          <p:nvPr>
            <p:ph type="ftr" sz="quarter" idx="11"/>
          </p:nvPr>
        </p:nvSpPr>
        <p:spPr/>
        <p:txBody>
          <a:bodyPr/>
          <a:lstStyle/>
          <a:p>
            <a:r>
              <a:rPr lang="en-US"/>
              <a:t>   Datta Meghe Institute of Medical Sciences  Deemed to be University,  Sawangi (Meghe)Wardha</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r>
              <a:rPr lang="en-US"/>
              <a:t>28/08/2020</a:t>
            </a:r>
            <a:endParaRPr lang="en-US"/>
          </a:p>
        </p:txBody>
      </p:sp>
      <p:sp>
        <p:nvSpPr>
          <p:cNvPr id="8" name="Footer Placeholder 7"/>
          <p:cNvSpPr>
            <a:spLocks noGrp="1"/>
          </p:cNvSpPr>
          <p:nvPr>
            <p:ph type="ftr" sz="quarter" idx="11"/>
          </p:nvPr>
        </p:nvSpPr>
        <p:spPr/>
        <p:txBody>
          <a:bodyPr/>
          <a:lstStyle/>
          <a:p>
            <a:r>
              <a:rPr lang="en-US"/>
              <a:t>   Datta Meghe Institute of Medical Sciences  Deemed to be University,  Sawangi (Meghe)Wardha</a:t>
            </a:r>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r>
              <a:rPr lang="en-US"/>
              <a:t>28/08/2020</a:t>
            </a:r>
            <a:endParaRPr lang="en-US"/>
          </a:p>
        </p:txBody>
      </p:sp>
      <p:sp>
        <p:nvSpPr>
          <p:cNvPr id="4" name="Footer Placeholder 3"/>
          <p:cNvSpPr>
            <a:spLocks noGrp="1"/>
          </p:cNvSpPr>
          <p:nvPr>
            <p:ph type="ftr" sz="quarter" idx="11"/>
          </p:nvPr>
        </p:nvSpPr>
        <p:spPr/>
        <p:txBody>
          <a:bodyPr/>
          <a:lstStyle/>
          <a:p>
            <a:r>
              <a:rPr lang="en-US"/>
              <a:t>   Datta Meghe Institute of Medical Sciences  Deemed to be University,  Sawangi (Meghe)Wardha</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28/08/2020</a:t>
            </a:r>
            <a:endParaRPr lang="en-US"/>
          </a:p>
        </p:txBody>
      </p:sp>
      <p:sp>
        <p:nvSpPr>
          <p:cNvPr id="3" name="Footer Placeholder 2"/>
          <p:cNvSpPr>
            <a:spLocks noGrp="1"/>
          </p:cNvSpPr>
          <p:nvPr>
            <p:ph type="ftr" sz="quarter" idx="11"/>
          </p:nvPr>
        </p:nvSpPr>
        <p:spPr/>
        <p:txBody>
          <a:bodyPr/>
          <a:lstStyle/>
          <a:p>
            <a:r>
              <a:rPr lang="en-US"/>
              <a:t>   Datta Meghe Institute of Medical Sciences  Deemed to be University,  Sawangi (Meghe)Wardha</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r>
              <a:rPr lang="en-US"/>
              <a:t>28/08/2020</a:t>
            </a:r>
            <a:endParaRPr lang="en-US"/>
          </a:p>
        </p:txBody>
      </p:sp>
      <p:sp>
        <p:nvSpPr>
          <p:cNvPr id="6" name="Footer Placeholder 5"/>
          <p:cNvSpPr>
            <a:spLocks noGrp="1"/>
          </p:cNvSpPr>
          <p:nvPr>
            <p:ph type="ftr" sz="quarter" idx="11"/>
          </p:nvPr>
        </p:nvSpPr>
        <p:spPr/>
        <p:txBody>
          <a:bodyPr/>
          <a:lstStyle/>
          <a:p>
            <a:r>
              <a:rPr lang="en-US"/>
              <a:t>   Datta Meghe Institute of Medical Sciences  Deemed to be University,  Sawangi (Meghe)Wardha</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r>
              <a:rPr lang="en-US"/>
              <a:t>28/08/2020</a:t>
            </a:r>
            <a:endParaRPr lang="en-US"/>
          </a:p>
        </p:txBody>
      </p:sp>
      <p:sp>
        <p:nvSpPr>
          <p:cNvPr id="6" name="Footer Placeholder 5"/>
          <p:cNvSpPr>
            <a:spLocks noGrp="1"/>
          </p:cNvSpPr>
          <p:nvPr>
            <p:ph type="ftr" sz="quarter" idx="11"/>
          </p:nvPr>
        </p:nvSpPr>
        <p:spPr/>
        <p:txBody>
          <a:bodyPr/>
          <a:lstStyle/>
          <a:p>
            <a:r>
              <a:rPr lang="en-US"/>
              <a:t>   Datta Meghe Institute of Medical Sciences  Deemed to be University,  Sawangi (Meghe)Wardha</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r>
              <a:rPr lang="en-US"/>
              <a:t>28/08/2020</a:t>
            </a:r>
            <a:endParaRPr lang="en-US"/>
          </a:p>
        </p:txBody>
      </p:sp>
      <p:sp>
        <p:nvSpPr>
          <p:cNvPr id="5" name="Footer Placeholder 4"/>
          <p:cNvSpPr>
            <a:spLocks noGrp="1"/>
          </p:cNvSpPr>
          <p:nvPr>
            <p:ph type="ftr" sz="quarter" idx="11"/>
          </p:nvPr>
        </p:nvSpPr>
        <p:spPr/>
        <p:txBody>
          <a:bodyPr/>
          <a:lstStyle/>
          <a:p>
            <a:r>
              <a:rPr lang="en-US"/>
              <a:t>   Datta Meghe Institute of Medical Sciences  Deemed to be University,  Sawangi (Meghe)Wardha</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r>
              <a:rPr lang="en-US"/>
              <a:t>28/08/2020</a:t>
            </a:r>
            <a:endParaRPr lang="en-US"/>
          </a:p>
        </p:txBody>
      </p:sp>
      <p:sp>
        <p:nvSpPr>
          <p:cNvPr id="5" name="Footer Placeholder 4"/>
          <p:cNvSpPr>
            <a:spLocks noGrp="1"/>
          </p:cNvSpPr>
          <p:nvPr>
            <p:ph type="ftr" sz="quarter" idx="11"/>
          </p:nvPr>
        </p:nvSpPr>
        <p:spPr/>
        <p:txBody>
          <a:bodyPr/>
          <a:lstStyle/>
          <a:p>
            <a:r>
              <a:rPr lang="en-US"/>
              <a:t>   Datta Meghe Institute of Medical Sciences  Deemed to be University,  Sawangi (Meghe)Wardha</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513"/>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r>
              <a:rPr lang="en-US">
                <a:solidFill>
                  <a:prstClr val="black">
                    <a:tint val="75000"/>
                  </a:prstClr>
                </a:solidFill>
              </a:rPr>
              <a:t>28/08/2020</a:t>
            </a:r>
            <a:endParaRPr lang="en-US">
              <a:solidFill>
                <a:prstClr val="black">
                  <a:tint val="75000"/>
                </a:prstClr>
              </a:solidFill>
            </a:endParaRPr>
          </a:p>
        </p:txBody>
      </p:sp>
      <p:sp>
        <p:nvSpPr>
          <p:cNvPr id="5" name="Footer Placeholder 4"/>
          <p:cNvSpPr>
            <a:spLocks noGrp="1"/>
          </p:cNvSpPr>
          <p:nvPr>
            <p:ph type="ftr" sz="quarter" idx="11"/>
          </p:nvPr>
        </p:nvSpPr>
        <p:spPr/>
        <p:txBody>
          <a:bodyPr/>
          <a:lstStyle/>
          <a:p>
            <a:r>
              <a:rPr lang="en-US">
                <a:solidFill>
                  <a:prstClr val="black">
                    <a:tint val="75000"/>
                  </a:prstClr>
                </a:solidFill>
              </a:rPr>
              <a:t>   Datta Meghe Institute of Medical Sciences  Deemed to be University,  Sawangi (Meghe)Wardha</a:t>
            </a: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r>
              <a:rPr lang="en-US">
                <a:solidFill>
                  <a:prstClr val="black">
                    <a:tint val="75000"/>
                  </a:prstClr>
                </a:solidFill>
              </a:rPr>
              <a:t>28/08/2020</a:t>
            </a:r>
            <a:endParaRPr lang="en-US">
              <a:solidFill>
                <a:prstClr val="black">
                  <a:tint val="75000"/>
                </a:prstClr>
              </a:solidFill>
            </a:endParaRPr>
          </a:p>
        </p:txBody>
      </p:sp>
      <p:sp>
        <p:nvSpPr>
          <p:cNvPr id="5" name="Footer Placeholder 4"/>
          <p:cNvSpPr>
            <a:spLocks noGrp="1"/>
          </p:cNvSpPr>
          <p:nvPr>
            <p:ph type="ftr" sz="quarter" idx="11"/>
          </p:nvPr>
        </p:nvSpPr>
        <p:spPr/>
        <p:txBody>
          <a:bodyPr/>
          <a:lstStyle/>
          <a:p>
            <a:r>
              <a:rPr lang="en-US">
                <a:solidFill>
                  <a:prstClr val="black">
                    <a:tint val="75000"/>
                  </a:prstClr>
                </a:solidFill>
              </a:rPr>
              <a:t>   Datta Meghe Institute of Medical Sciences  Deemed to be University,  Sawangi (Meghe)Wardha</a:t>
            </a: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88"/>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r>
              <a:rPr lang="en-US">
                <a:solidFill>
                  <a:prstClr val="black">
                    <a:tint val="75000"/>
                  </a:prstClr>
                </a:solidFill>
              </a:rPr>
              <a:t>28/08/2020</a:t>
            </a:r>
            <a:endParaRPr lang="en-US">
              <a:solidFill>
                <a:prstClr val="black">
                  <a:tint val="75000"/>
                </a:prstClr>
              </a:solidFill>
            </a:endParaRPr>
          </a:p>
        </p:txBody>
      </p:sp>
      <p:sp>
        <p:nvSpPr>
          <p:cNvPr id="5" name="Footer Placeholder 4"/>
          <p:cNvSpPr>
            <a:spLocks noGrp="1"/>
          </p:cNvSpPr>
          <p:nvPr>
            <p:ph type="ftr" sz="quarter" idx="11"/>
          </p:nvPr>
        </p:nvSpPr>
        <p:spPr/>
        <p:txBody>
          <a:bodyPr/>
          <a:lstStyle/>
          <a:p>
            <a:r>
              <a:rPr lang="en-US">
                <a:solidFill>
                  <a:prstClr val="black">
                    <a:tint val="75000"/>
                  </a:prstClr>
                </a:solidFill>
              </a:rPr>
              <a:t>   Datta Meghe Institute of Medical Sciences  Deemed to be University,  Sawangi (Meghe)Wardha</a:t>
            </a: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6"/>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6"/>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r>
              <a:rPr lang="en-US">
                <a:solidFill>
                  <a:prstClr val="black">
                    <a:tint val="75000"/>
                  </a:prstClr>
                </a:solidFill>
              </a:rPr>
              <a:t>28/08/2020</a:t>
            </a:r>
            <a:endParaRPr lang="en-US">
              <a:solidFill>
                <a:prstClr val="black">
                  <a:tint val="75000"/>
                </a:prstClr>
              </a:solidFill>
            </a:endParaRPr>
          </a:p>
        </p:txBody>
      </p:sp>
      <p:sp>
        <p:nvSpPr>
          <p:cNvPr id="6" name="Footer Placeholder 5"/>
          <p:cNvSpPr>
            <a:spLocks noGrp="1"/>
          </p:cNvSpPr>
          <p:nvPr>
            <p:ph type="ftr" sz="quarter" idx="11"/>
          </p:nvPr>
        </p:nvSpPr>
        <p:spPr/>
        <p:txBody>
          <a:bodyPr/>
          <a:lstStyle/>
          <a:p>
            <a:r>
              <a:rPr lang="en-US">
                <a:solidFill>
                  <a:prstClr val="black">
                    <a:tint val="75000"/>
                  </a:prstClr>
                </a:solidFill>
              </a:rPr>
              <a:t>   Datta Meghe Institute of Medical Sciences  Deemed to be University,  Sawangi (Meghe)Wardha</a:t>
            </a:r>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69"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69"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r>
              <a:rPr lang="en-US">
                <a:solidFill>
                  <a:prstClr val="black">
                    <a:tint val="75000"/>
                  </a:prstClr>
                </a:solidFill>
              </a:rPr>
              <a:t>28/08/2020</a:t>
            </a:r>
            <a:endParaRPr lang="en-US">
              <a:solidFill>
                <a:prstClr val="black">
                  <a:tint val="75000"/>
                </a:prstClr>
              </a:solidFill>
            </a:endParaRPr>
          </a:p>
        </p:txBody>
      </p:sp>
      <p:sp>
        <p:nvSpPr>
          <p:cNvPr id="8" name="Footer Placeholder 7"/>
          <p:cNvSpPr>
            <a:spLocks noGrp="1"/>
          </p:cNvSpPr>
          <p:nvPr>
            <p:ph type="ftr" sz="quarter" idx="11"/>
          </p:nvPr>
        </p:nvSpPr>
        <p:spPr/>
        <p:txBody>
          <a:bodyPr/>
          <a:lstStyle/>
          <a:p>
            <a:r>
              <a:rPr lang="en-US">
                <a:solidFill>
                  <a:prstClr val="black">
                    <a:tint val="75000"/>
                  </a:prstClr>
                </a:solidFill>
              </a:rPr>
              <a:t>   Datta Meghe Institute of Medical Sciences  Deemed to be University,  Sawangi (Meghe)Wardha</a:t>
            </a:r>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B6F15528-21DE-4FAA-801E-634DDDAF4B2B}"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r>
              <a:rPr lang="en-US">
                <a:solidFill>
                  <a:prstClr val="black">
                    <a:tint val="75000"/>
                  </a:prstClr>
                </a:solidFill>
              </a:rPr>
              <a:t>28/08/2020</a:t>
            </a:r>
            <a:endParaRPr lang="en-US">
              <a:solidFill>
                <a:prstClr val="black">
                  <a:tint val="75000"/>
                </a:prstClr>
              </a:solidFill>
            </a:endParaRPr>
          </a:p>
        </p:txBody>
      </p:sp>
      <p:sp>
        <p:nvSpPr>
          <p:cNvPr id="4" name="Footer Placeholder 3"/>
          <p:cNvSpPr>
            <a:spLocks noGrp="1"/>
          </p:cNvSpPr>
          <p:nvPr>
            <p:ph type="ftr" sz="quarter" idx="11"/>
          </p:nvPr>
        </p:nvSpPr>
        <p:spPr/>
        <p:txBody>
          <a:bodyPr/>
          <a:lstStyle/>
          <a:p>
            <a:r>
              <a:rPr lang="en-US">
                <a:solidFill>
                  <a:prstClr val="black">
                    <a:tint val="75000"/>
                  </a:prstClr>
                </a:solidFill>
              </a:rPr>
              <a:t>   Datta Meghe Institute of Medical Sciences  Deemed to be University,  Sawangi (Meghe)Wardha</a:t>
            </a:r>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solidFill>
                  <a:prstClr val="black">
                    <a:tint val="75000"/>
                  </a:prstClr>
                </a:solidFill>
              </a:rPr>
              <a:t>28/08/2020</a:t>
            </a:r>
            <a:endParaRPr lang="en-US">
              <a:solidFill>
                <a:prstClr val="black">
                  <a:tint val="75000"/>
                </a:prstClr>
              </a:solidFill>
            </a:endParaRPr>
          </a:p>
        </p:txBody>
      </p:sp>
      <p:sp>
        <p:nvSpPr>
          <p:cNvPr id="3" name="Footer Placeholder 2"/>
          <p:cNvSpPr>
            <a:spLocks noGrp="1"/>
          </p:cNvSpPr>
          <p:nvPr>
            <p:ph type="ftr" sz="quarter" idx="11"/>
          </p:nvPr>
        </p:nvSpPr>
        <p:spPr/>
        <p:txBody>
          <a:bodyPr/>
          <a:lstStyle/>
          <a:p>
            <a:r>
              <a:rPr lang="en-US">
                <a:solidFill>
                  <a:prstClr val="black">
                    <a:tint val="75000"/>
                  </a:prstClr>
                </a:solidFill>
              </a:rPr>
              <a:t>   Datta Meghe Institute of Medical Sciences  Deemed to be University,  Sawangi (Meghe)Wardha</a:t>
            </a:r>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138"/>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2" y="1435103"/>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r>
              <a:rPr lang="en-US">
                <a:solidFill>
                  <a:prstClr val="black">
                    <a:tint val="75000"/>
                  </a:prstClr>
                </a:solidFill>
              </a:rPr>
              <a:t>28/08/2020</a:t>
            </a:r>
            <a:endParaRPr lang="en-US">
              <a:solidFill>
                <a:prstClr val="black">
                  <a:tint val="75000"/>
                </a:prstClr>
              </a:solidFill>
            </a:endParaRPr>
          </a:p>
        </p:txBody>
      </p:sp>
      <p:sp>
        <p:nvSpPr>
          <p:cNvPr id="6" name="Footer Placeholder 5"/>
          <p:cNvSpPr>
            <a:spLocks noGrp="1"/>
          </p:cNvSpPr>
          <p:nvPr>
            <p:ph type="ftr" sz="quarter" idx="11"/>
          </p:nvPr>
        </p:nvSpPr>
        <p:spPr/>
        <p:txBody>
          <a:bodyPr/>
          <a:lstStyle/>
          <a:p>
            <a:r>
              <a:rPr lang="en-US">
                <a:solidFill>
                  <a:prstClr val="black">
                    <a:tint val="75000"/>
                  </a:prstClr>
                </a:solidFill>
              </a:rPr>
              <a:t>   Datta Meghe Institute of Medical Sciences  Deemed to be University,  Sawangi (Meghe)Wardha</a:t>
            </a:r>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r>
              <a:rPr lang="en-US">
                <a:solidFill>
                  <a:prstClr val="black">
                    <a:tint val="75000"/>
                  </a:prstClr>
                </a:solidFill>
              </a:rPr>
              <a:t>28/08/2020</a:t>
            </a:r>
            <a:endParaRPr lang="en-US">
              <a:solidFill>
                <a:prstClr val="black">
                  <a:tint val="75000"/>
                </a:prstClr>
              </a:solidFill>
            </a:endParaRPr>
          </a:p>
        </p:txBody>
      </p:sp>
      <p:sp>
        <p:nvSpPr>
          <p:cNvPr id="6" name="Footer Placeholder 5"/>
          <p:cNvSpPr>
            <a:spLocks noGrp="1"/>
          </p:cNvSpPr>
          <p:nvPr>
            <p:ph type="ftr" sz="quarter" idx="11"/>
          </p:nvPr>
        </p:nvSpPr>
        <p:spPr/>
        <p:txBody>
          <a:bodyPr/>
          <a:lstStyle/>
          <a:p>
            <a:r>
              <a:rPr lang="en-US">
                <a:solidFill>
                  <a:prstClr val="black">
                    <a:tint val="75000"/>
                  </a:prstClr>
                </a:solidFill>
              </a:rPr>
              <a:t>   Datta Meghe Institute of Medical Sciences  Deemed to be University,  Sawangi (Meghe)Wardha</a:t>
            </a:r>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r>
              <a:rPr lang="en-US">
                <a:solidFill>
                  <a:prstClr val="black">
                    <a:tint val="75000"/>
                  </a:prstClr>
                </a:solidFill>
              </a:rPr>
              <a:t>28/08/2020</a:t>
            </a:r>
            <a:endParaRPr lang="en-US">
              <a:solidFill>
                <a:prstClr val="black">
                  <a:tint val="75000"/>
                </a:prstClr>
              </a:solidFill>
            </a:endParaRPr>
          </a:p>
        </p:txBody>
      </p:sp>
      <p:sp>
        <p:nvSpPr>
          <p:cNvPr id="5" name="Footer Placeholder 4"/>
          <p:cNvSpPr>
            <a:spLocks noGrp="1"/>
          </p:cNvSpPr>
          <p:nvPr>
            <p:ph type="ftr" sz="quarter" idx="11"/>
          </p:nvPr>
        </p:nvSpPr>
        <p:spPr/>
        <p:txBody>
          <a:bodyPr/>
          <a:lstStyle/>
          <a:p>
            <a:r>
              <a:rPr lang="en-US">
                <a:solidFill>
                  <a:prstClr val="black">
                    <a:tint val="75000"/>
                  </a:prstClr>
                </a:solidFill>
              </a:rPr>
              <a:t>   Datta Meghe Institute of Medical Sciences  Deemed to be University,  Sawangi (Meghe)Wardha</a:t>
            </a: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726"/>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726"/>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r>
              <a:rPr lang="en-US">
                <a:solidFill>
                  <a:prstClr val="black">
                    <a:tint val="75000"/>
                  </a:prstClr>
                </a:solidFill>
              </a:rPr>
              <a:t>28/08/2020</a:t>
            </a:r>
            <a:endParaRPr lang="en-US">
              <a:solidFill>
                <a:prstClr val="black">
                  <a:tint val="75000"/>
                </a:prstClr>
              </a:solidFill>
            </a:endParaRPr>
          </a:p>
        </p:txBody>
      </p:sp>
      <p:sp>
        <p:nvSpPr>
          <p:cNvPr id="5" name="Footer Placeholder 4"/>
          <p:cNvSpPr>
            <a:spLocks noGrp="1"/>
          </p:cNvSpPr>
          <p:nvPr>
            <p:ph type="ftr" sz="quarter" idx="11"/>
          </p:nvPr>
        </p:nvSpPr>
        <p:spPr/>
        <p:txBody>
          <a:bodyPr/>
          <a:lstStyle/>
          <a:p>
            <a:r>
              <a:rPr lang="en-US">
                <a:solidFill>
                  <a:prstClr val="black">
                    <a:tint val="75000"/>
                  </a:prstClr>
                </a:solidFill>
              </a:rPr>
              <a:t>   Datta Meghe Institute of Medical Sciences  Deemed to be University,  Sawangi (Meghe)Wardha</a:t>
            </a: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17991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685800" y="2130431"/>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193040" indent="0" algn="ctr">
              <a:buNone/>
              <a:defRPr>
                <a:solidFill>
                  <a:schemeClr val="tx1">
                    <a:tint val="75000"/>
                  </a:schemeClr>
                </a:solidFill>
              </a:defRPr>
            </a:lvl2pPr>
            <a:lvl3pPr marL="386080" indent="0" algn="ctr">
              <a:buNone/>
              <a:defRPr>
                <a:solidFill>
                  <a:schemeClr val="tx1">
                    <a:tint val="75000"/>
                  </a:schemeClr>
                </a:solidFill>
              </a:defRPr>
            </a:lvl3pPr>
            <a:lvl4pPr marL="578485" indent="0" algn="ctr">
              <a:buNone/>
              <a:defRPr>
                <a:solidFill>
                  <a:schemeClr val="tx1">
                    <a:tint val="75000"/>
                  </a:schemeClr>
                </a:solidFill>
              </a:defRPr>
            </a:lvl4pPr>
            <a:lvl5pPr marL="771525" indent="0" algn="ctr">
              <a:buNone/>
              <a:defRPr>
                <a:solidFill>
                  <a:schemeClr val="tx1">
                    <a:tint val="75000"/>
                  </a:schemeClr>
                </a:solidFill>
              </a:defRPr>
            </a:lvl5pPr>
            <a:lvl6pPr marL="964565" indent="0" algn="ctr">
              <a:buNone/>
              <a:defRPr>
                <a:solidFill>
                  <a:schemeClr val="tx1">
                    <a:tint val="75000"/>
                  </a:schemeClr>
                </a:solidFill>
              </a:defRPr>
            </a:lvl6pPr>
            <a:lvl7pPr marL="1157605" indent="0" algn="ctr">
              <a:buNone/>
              <a:defRPr>
                <a:solidFill>
                  <a:schemeClr val="tx1">
                    <a:tint val="75000"/>
                  </a:schemeClr>
                </a:solidFill>
              </a:defRPr>
            </a:lvl7pPr>
            <a:lvl8pPr marL="1350010" indent="0" algn="ctr">
              <a:buNone/>
              <a:defRPr>
                <a:solidFill>
                  <a:schemeClr val="tx1">
                    <a:tint val="75000"/>
                  </a:schemeClr>
                </a:solidFill>
              </a:defRPr>
            </a:lvl8pPr>
            <a:lvl9pPr marL="1543050" indent="0" algn="ctr">
              <a:buNone/>
              <a:defRPr>
                <a:solidFill>
                  <a:schemeClr val="tx1">
                    <a:tint val="75000"/>
                  </a:schemeClr>
                </a:solidFill>
              </a:defRPr>
            </a:lvl9pPr>
          </a:lstStyle>
          <a:p>
            <a:r>
              <a:rPr lang="en-US"/>
              <a:t>Click to edit Master subtitle style</a:t>
            </a:r>
            <a:endParaRPr lang="en-US"/>
          </a:p>
        </p:txBody>
      </p:sp>
      <p:sp>
        <p:nvSpPr>
          <p:cNvPr id="5" name="Date Placeholder 3"/>
          <p:cNvSpPr>
            <a:spLocks noGrp="1"/>
          </p:cNvSpPr>
          <p:nvPr>
            <p:ph type="dt" sz="half" idx="10"/>
          </p:nvPr>
        </p:nvSpPr>
        <p:spPr/>
        <p:txBody>
          <a:bodyPr/>
          <a:lstStyle>
            <a:lvl1pPr>
              <a:defRPr/>
            </a:lvl1pPr>
          </a:lstStyle>
          <a:p>
            <a:fld id="{244C0D5E-4AD6-434C-94DF-A67270B9C051}" type="datetimeFigureOut">
              <a:rPr lang="en-US" smtClean="0">
                <a:solidFill>
                  <a:prstClr val="black">
                    <a:tint val="75000"/>
                  </a:prstClr>
                </a:solidFill>
              </a:rPr>
            </a:fld>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fld id="{F6FDA1DE-14CF-0F43-804E-9B6915F7C256}" type="slidenum">
              <a:rPr lang="en-US" smtClean="0">
                <a:solidFill>
                  <a:prstClr val="black">
                    <a:tint val="75000"/>
                  </a:prstClr>
                </a:solidFill>
              </a:rPr>
            </a:fld>
            <a:endParaRPr lang="en-US">
              <a:solidFill>
                <a:prstClr val="black">
                  <a:tint val="75000"/>
                </a:prstClr>
              </a:solidFill>
            </a:endParaRPr>
          </a:p>
        </p:txBody>
      </p:sp>
    </p:spTree>
  </p:cSld>
  <p:clrMapOvr>
    <a:masterClrMapping/>
  </p:clrMapOvr>
  <p:transition>
    <p:wheel spokes="8"/>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1094185" cy="105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fld id="{244C0D5E-4AD6-434C-94DF-A67270B9C051}" type="datetimeFigureOut">
              <a:rPr lang="en-US" smtClean="0">
                <a:solidFill>
                  <a:prstClr val="black">
                    <a:tint val="75000"/>
                  </a:prstClr>
                </a:solidFill>
              </a:rPr>
            </a:fld>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fld id="{F6FDA1DE-14CF-0F43-804E-9B6915F7C256}" type="slidenum">
              <a:rPr lang="en-US" smtClean="0">
                <a:solidFill>
                  <a:prstClr val="black">
                    <a:tint val="75000"/>
                  </a:prstClr>
                </a:solidFill>
              </a:rPr>
            </a:fld>
            <a:endParaRPr lang="en-US">
              <a:solidFill>
                <a:prstClr val="black">
                  <a:tint val="75000"/>
                </a:prstClr>
              </a:solidFill>
            </a:endParaRPr>
          </a:p>
        </p:txBody>
      </p:sp>
    </p:spTree>
  </p:cSld>
  <p:clrMapOvr>
    <a:masterClrMapping/>
  </p:clrMapOvr>
  <p:transition>
    <p:wheel spokes="8"/>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6"/>
            <a:ext cx="7772400" cy="1362075"/>
          </a:xfrm>
        </p:spPr>
        <p:txBody>
          <a:bodyPr anchor="t"/>
          <a:lstStyle>
            <a:lvl1pPr algn="l">
              <a:defRPr sz="169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845">
                <a:solidFill>
                  <a:schemeClr val="tx1">
                    <a:tint val="75000"/>
                  </a:schemeClr>
                </a:solidFill>
              </a:defRPr>
            </a:lvl1pPr>
            <a:lvl2pPr marL="193040" indent="0">
              <a:buNone/>
              <a:defRPr sz="760">
                <a:solidFill>
                  <a:schemeClr val="tx1">
                    <a:tint val="75000"/>
                  </a:schemeClr>
                </a:solidFill>
              </a:defRPr>
            </a:lvl2pPr>
            <a:lvl3pPr marL="386080" indent="0">
              <a:buNone/>
              <a:defRPr sz="675">
                <a:solidFill>
                  <a:schemeClr val="tx1">
                    <a:tint val="75000"/>
                  </a:schemeClr>
                </a:solidFill>
              </a:defRPr>
            </a:lvl3pPr>
            <a:lvl4pPr marL="578485" indent="0">
              <a:buNone/>
              <a:defRPr sz="590">
                <a:solidFill>
                  <a:schemeClr val="tx1">
                    <a:tint val="75000"/>
                  </a:schemeClr>
                </a:solidFill>
              </a:defRPr>
            </a:lvl4pPr>
            <a:lvl5pPr marL="771525" indent="0">
              <a:buNone/>
              <a:defRPr sz="590">
                <a:solidFill>
                  <a:schemeClr val="tx1">
                    <a:tint val="75000"/>
                  </a:schemeClr>
                </a:solidFill>
              </a:defRPr>
            </a:lvl5pPr>
            <a:lvl6pPr marL="964565" indent="0">
              <a:buNone/>
              <a:defRPr sz="590">
                <a:solidFill>
                  <a:schemeClr val="tx1">
                    <a:tint val="75000"/>
                  </a:schemeClr>
                </a:solidFill>
              </a:defRPr>
            </a:lvl6pPr>
            <a:lvl7pPr marL="1157605" indent="0">
              <a:buNone/>
              <a:defRPr sz="590">
                <a:solidFill>
                  <a:schemeClr val="tx1">
                    <a:tint val="75000"/>
                  </a:schemeClr>
                </a:solidFill>
              </a:defRPr>
            </a:lvl7pPr>
            <a:lvl8pPr marL="1350010" indent="0">
              <a:buNone/>
              <a:defRPr sz="590">
                <a:solidFill>
                  <a:schemeClr val="tx1">
                    <a:tint val="75000"/>
                  </a:schemeClr>
                </a:solidFill>
              </a:defRPr>
            </a:lvl8pPr>
            <a:lvl9pPr marL="1543050" indent="0">
              <a:buNone/>
              <a:defRPr sz="59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lvl1pPr>
              <a:defRPr/>
            </a:lvl1pPr>
          </a:lstStyle>
          <a:p>
            <a:fld id="{244C0D5E-4AD6-434C-94DF-A67270B9C051}"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fld id="{F6FDA1DE-14CF-0F43-804E-9B6915F7C256}" type="slidenum">
              <a:rPr lang="en-US" smtClean="0">
                <a:solidFill>
                  <a:prstClr val="black">
                    <a:tint val="75000"/>
                  </a:prstClr>
                </a:solidFill>
              </a:rPr>
            </a:fld>
            <a:endParaRPr lang="en-US">
              <a:solidFill>
                <a:prstClr val="black">
                  <a:tint val="75000"/>
                </a:prstClr>
              </a:solidFill>
            </a:endParaRPr>
          </a:p>
        </p:txBody>
      </p:sp>
    </p:spTree>
  </p:cSld>
  <p:clrMapOvr>
    <a:masterClrMapping/>
  </p:clrMapOvr>
  <p:transition>
    <p:wheel spokes="8"/>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6"/>
            <a:ext cx="4038600" cy="4525963"/>
          </a:xfrm>
        </p:spPr>
        <p:txBody>
          <a:bodyPr/>
          <a:lstStyle>
            <a:lvl1pPr>
              <a:defRPr sz="1180"/>
            </a:lvl1pPr>
            <a:lvl2pPr>
              <a:defRPr sz="1015"/>
            </a:lvl2pPr>
            <a:lvl3pPr>
              <a:defRPr sz="845"/>
            </a:lvl3pPr>
            <a:lvl4pPr>
              <a:defRPr sz="760"/>
            </a:lvl4pPr>
            <a:lvl5pPr>
              <a:defRPr sz="760"/>
            </a:lvl5pPr>
            <a:lvl6pPr>
              <a:defRPr sz="760"/>
            </a:lvl6pPr>
            <a:lvl7pPr>
              <a:defRPr sz="760"/>
            </a:lvl7pPr>
            <a:lvl8pPr>
              <a:defRPr sz="760"/>
            </a:lvl8pPr>
            <a:lvl9pPr>
              <a:defRPr sz="76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6"/>
            <a:ext cx="4038600" cy="4525963"/>
          </a:xfrm>
        </p:spPr>
        <p:txBody>
          <a:bodyPr/>
          <a:lstStyle>
            <a:lvl1pPr>
              <a:defRPr sz="1180"/>
            </a:lvl1pPr>
            <a:lvl2pPr>
              <a:defRPr sz="1015"/>
            </a:lvl2pPr>
            <a:lvl3pPr>
              <a:defRPr sz="845"/>
            </a:lvl3pPr>
            <a:lvl4pPr>
              <a:defRPr sz="760"/>
            </a:lvl4pPr>
            <a:lvl5pPr>
              <a:defRPr sz="760"/>
            </a:lvl5pPr>
            <a:lvl6pPr>
              <a:defRPr sz="760"/>
            </a:lvl6pPr>
            <a:lvl7pPr>
              <a:defRPr sz="760"/>
            </a:lvl7pPr>
            <a:lvl8pPr>
              <a:defRPr sz="760"/>
            </a:lvl8pPr>
            <a:lvl9pPr>
              <a:defRPr sz="76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3"/>
          <p:cNvSpPr>
            <a:spLocks noGrp="1"/>
          </p:cNvSpPr>
          <p:nvPr>
            <p:ph type="dt" sz="half" idx="10"/>
          </p:nvPr>
        </p:nvSpPr>
        <p:spPr/>
        <p:txBody>
          <a:bodyPr/>
          <a:lstStyle>
            <a:lvl1pPr>
              <a:defRPr/>
            </a:lvl1pPr>
          </a:lstStyle>
          <a:p>
            <a:fld id="{244C0D5E-4AD6-434C-94DF-A67270B9C051}" type="datetimeFigureOut">
              <a:rPr lang="en-US" smtClean="0">
                <a:solidFill>
                  <a:prstClr val="black">
                    <a:tint val="75000"/>
                  </a:prstClr>
                </a:solidFill>
              </a:rPr>
            </a:fld>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fld id="{F6FDA1DE-14CF-0F43-804E-9B6915F7C256}" type="slidenum">
              <a:rPr lang="en-US" smtClean="0">
                <a:solidFill>
                  <a:prstClr val="black">
                    <a:tint val="75000"/>
                  </a:prstClr>
                </a:solidFill>
              </a:rPr>
            </a:fld>
            <a:endParaRPr lang="en-US">
              <a:solidFill>
                <a:prstClr val="black">
                  <a:tint val="75000"/>
                </a:prstClr>
              </a:solidFill>
            </a:endParaRPr>
          </a:p>
        </p:txBody>
      </p:sp>
    </p:spTree>
  </p:cSld>
  <p:clrMapOvr>
    <a:masterClrMapping/>
  </p:clrMapOvr>
  <p:transition>
    <p:wheel spokes="8"/>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1015" b="1"/>
            </a:lvl1pPr>
            <a:lvl2pPr marL="193040" indent="0">
              <a:buNone/>
              <a:defRPr sz="845" b="1"/>
            </a:lvl2pPr>
            <a:lvl3pPr marL="386080" indent="0">
              <a:buNone/>
              <a:defRPr sz="760" b="1"/>
            </a:lvl3pPr>
            <a:lvl4pPr marL="578485" indent="0">
              <a:buNone/>
              <a:defRPr sz="675" b="1"/>
            </a:lvl4pPr>
            <a:lvl5pPr marL="771525" indent="0">
              <a:buNone/>
              <a:defRPr sz="675" b="1"/>
            </a:lvl5pPr>
            <a:lvl6pPr marL="964565" indent="0">
              <a:buNone/>
              <a:defRPr sz="675" b="1"/>
            </a:lvl6pPr>
            <a:lvl7pPr marL="1157605" indent="0">
              <a:buNone/>
              <a:defRPr sz="675" b="1"/>
            </a:lvl7pPr>
            <a:lvl8pPr marL="1350010" indent="0">
              <a:buNone/>
              <a:defRPr sz="675" b="1"/>
            </a:lvl8pPr>
            <a:lvl9pPr marL="1543050" indent="0">
              <a:buNone/>
              <a:defRPr sz="675"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1015"/>
            </a:lvl1pPr>
            <a:lvl2pPr>
              <a:defRPr sz="845"/>
            </a:lvl2pPr>
            <a:lvl3pPr>
              <a:defRPr sz="760"/>
            </a:lvl3pPr>
            <a:lvl4pPr>
              <a:defRPr sz="675"/>
            </a:lvl4pPr>
            <a:lvl5pPr>
              <a:defRPr sz="675"/>
            </a:lvl5pPr>
            <a:lvl6pPr>
              <a:defRPr sz="675"/>
            </a:lvl6pPr>
            <a:lvl7pPr>
              <a:defRPr sz="675"/>
            </a:lvl7pPr>
            <a:lvl8pPr>
              <a:defRPr sz="675"/>
            </a:lvl8pPr>
            <a:lvl9pPr>
              <a:defRPr sz="675"/>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8" y="1535113"/>
            <a:ext cx="4041775" cy="639762"/>
          </a:xfrm>
        </p:spPr>
        <p:txBody>
          <a:bodyPr anchor="b"/>
          <a:lstStyle>
            <a:lvl1pPr marL="0" indent="0">
              <a:buNone/>
              <a:defRPr sz="1015" b="1"/>
            </a:lvl1pPr>
            <a:lvl2pPr marL="193040" indent="0">
              <a:buNone/>
              <a:defRPr sz="845" b="1"/>
            </a:lvl2pPr>
            <a:lvl3pPr marL="386080" indent="0">
              <a:buNone/>
              <a:defRPr sz="760" b="1"/>
            </a:lvl3pPr>
            <a:lvl4pPr marL="578485" indent="0">
              <a:buNone/>
              <a:defRPr sz="675" b="1"/>
            </a:lvl4pPr>
            <a:lvl5pPr marL="771525" indent="0">
              <a:buNone/>
              <a:defRPr sz="675" b="1"/>
            </a:lvl5pPr>
            <a:lvl6pPr marL="964565" indent="0">
              <a:buNone/>
              <a:defRPr sz="675" b="1"/>
            </a:lvl6pPr>
            <a:lvl7pPr marL="1157605" indent="0">
              <a:buNone/>
              <a:defRPr sz="675" b="1"/>
            </a:lvl7pPr>
            <a:lvl8pPr marL="1350010" indent="0">
              <a:buNone/>
              <a:defRPr sz="675" b="1"/>
            </a:lvl8pPr>
            <a:lvl9pPr marL="1543050" indent="0">
              <a:buNone/>
              <a:defRPr sz="675" b="1"/>
            </a:lvl9pPr>
          </a:lstStyle>
          <a:p>
            <a:pPr lvl="0"/>
            <a:r>
              <a:rPr lang="en-US"/>
              <a:t>Click to edit Master text styles</a:t>
            </a:r>
            <a:endParaRPr lang="en-US"/>
          </a:p>
        </p:txBody>
      </p:sp>
      <p:sp>
        <p:nvSpPr>
          <p:cNvPr id="6" name="Content Placeholder 5"/>
          <p:cNvSpPr>
            <a:spLocks noGrp="1"/>
          </p:cNvSpPr>
          <p:nvPr>
            <p:ph sz="quarter" idx="4"/>
          </p:nvPr>
        </p:nvSpPr>
        <p:spPr>
          <a:xfrm>
            <a:off x="4645028" y="2174875"/>
            <a:ext cx="4041775" cy="3951288"/>
          </a:xfrm>
        </p:spPr>
        <p:txBody>
          <a:bodyPr/>
          <a:lstStyle>
            <a:lvl1pPr>
              <a:defRPr sz="1015"/>
            </a:lvl1pPr>
            <a:lvl2pPr>
              <a:defRPr sz="845"/>
            </a:lvl2pPr>
            <a:lvl3pPr>
              <a:defRPr sz="760"/>
            </a:lvl3pPr>
            <a:lvl4pPr>
              <a:defRPr sz="675"/>
            </a:lvl4pPr>
            <a:lvl5pPr>
              <a:defRPr sz="675"/>
            </a:lvl5pPr>
            <a:lvl6pPr>
              <a:defRPr sz="675"/>
            </a:lvl6pPr>
            <a:lvl7pPr>
              <a:defRPr sz="675"/>
            </a:lvl7pPr>
            <a:lvl8pPr>
              <a:defRPr sz="675"/>
            </a:lvl8pPr>
            <a:lvl9pPr>
              <a:defRPr sz="675"/>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3"/>
          <p:cNvSpPr>
            <a:spLocks noGrp="1"/>
          </p:cNvSpPr>
          <p:nvPr>
            <p:ph type="dt" sz="half" idx="10"/>
          </p:nvPr>
        </p:nvSpPr>
        <p:spPr/>
        <p:txBody>
          <a:bodyPr/>
          <a:lstStyle>
            <a:lvl1pPr>
              <a:defRPr/>
            </a:lvl1pPr>
          </a:lstStyle>
          <a:p>
            <a:fld id="{244C0D5E-4AD6-434C-94DF-A67270B9C051}" type="datetimeFigureOut">
              <a:rPr lang="en-US" smtClean="0">
                <a:solidFill>
                  <a:prstClr val="black">
                    <a:tint val="75000"/>
                  </a:prstClr>
                </a:solidFill>
              </a:rPr>
            </a:fld>
            <a:endParaRPr lang="en-US">
              <a:solidFill>
                <a:prstClr val="black">
                  <a:tint val="75000"/>
                </a:prstClr>
              </a:solidFill>
            </a:endParaRPr>
          </a:p>
        </p:txBody>
      </p:sp>
      <p:sp>
        <p:nvSpPr>
          <p:cNvPr id="8" name="Footer Placeholder 4"/>
          <p:cNvSpPr>
            <a:spLocks noGrp="1"/>
          </p:cNvSpPr>
          <p:nvPr>
            <p:ph type="ftr" sz="quarter" idx="11"/>
          </p:nvPr>
        </p:nvSpPr>
        <p:spPr/>
        <p:txBody>
          <a:bodyPr/>
          <a:lstStyle>
            <a:lvl1pPr>
              <a:defRPr/>
            </a:lvl1pPr>
          </a:lstStyle>
          <a:p>
            <a:endParaRPr lang="en-US">
              <a:solidFill>
                <a:prstClr val="black">
                  <a:tint val="75000"/>
                </a:prstClr>
              </a:solidFill>
            </a:endParaRPr>
          </a:p>
        </p:txBody>
      </p:sp>
      <p:sp>
        <p:nvSpPr>
          <p:cNvPr id="9" name="Slide Number Placeholder 5"/>
          <p:cNvSpPr>
            <a:spLocks noGrp="1"/>
          </p:cNvSpPr>
          <p:nvPr>
            <p:ph type="sldNum" sz="quarter" idx="12"/>
          </p:nvPr>
        </p:nvSpPr>
        <p:spPr/>
        <p:txBody>
          <a:bodyPr/>
          <a:lstStyle>
            <a:lvl1pPr>
              <a:defRPr/>
            </a:lvl1pPr>
          </a:lstStyle>
          <a:p>
            <a:fld id="{F6FDA1DE-14CF-0F43-804E-9B6915F7C256}" type="slidenum">
              <a:rPr lang="en-US" smtClean="0">
                <a:solidFill>
                  <a:prstClr val="black">
                    <a:tint val="75000"/>
                  </a:prstClr>
                </a:solidFill>
              </a:rPr>
            </a:fld>
            <a:endParaRPr lang="en-US">
              <a:solidFill>
                <a:prstClr val="black">
                  <a:tint val="75000"/>
                </a:prstClr>
              </a:solidFill>
            </a:endParaRPr>
          </a:p>
        </p:txBody>
      </p:sp>
    </p:spTree>
  </p:cSld>
  <p:clrMapOvr>
    <a:masterClrMapping/>
  </p:clrMapOvr>
  <p:transition>
    <p:wheel spokes="8"/>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3"/>
          <p:cNvSpPr>
            <a:spLocks noGrp="1"/>
          </p:cNvSpPr>
          <p:nvPr>
            <p:ph type="dt" sz="half" idx="10"/>
          </p:nvPr>
        </p:nvSpPr>
        <p:spPr/>
        <p:txBody>
          <a:bodyPr/>
          <a:lstStyle>
            <a:lvl1pPr>
              <a:defRPr/>
            </a:lvl1pPr>
          </a:lstStyle>
          <a:p>
            <a:fld id="{244C0D5E-4AD6-434C-94DF-A67270B9C051}" type="datetimeFigureOut">
              <a:rPr lang="en-US" smtClean="0">
                <a:solidFill>
                  <a:prstClr val="black">
                    <a:tint val="75000"/>
                  </a:prstClr>
                </a:solidFill>
              </a:rPr>
            </a:fld>
            <a:endParaRPr lang="en-US">
              <a:solidFill>
                <a:prstClr val="black">
                  <a:tint val="75000"/>
                </a:prstClr>
              </a:solidFill>
            </a:endParaRPr>
          </a:p>
        </p:txBody>
      </p:sp>
      <p:sp>
        <p:nvSpPr>
          <p:cNvPr id="4" name="Footer Placeholder 4"/>
          <p:cNvSpPr>
            <a:spLocks noGrp="1"/>
          </p:cNvSpPr>
          <p:nvPr>
            <p:ph type="ftr" sz="quarter" idx="11"/>
          </p:nvPr>
        </p:nvSpPr>
        <p:spPr/>
        <p:txBody>
          <a:bodyPr/>
          <a:lstStyle>
            <a:lvl1pPr>
              <a:defRPr/>
            </a:lvl1pPr>
          </a:lstStyle>
          <a:p>
            <a:endParaRPr lang="en-US">
              <a:solidFill>
                <a:prstClr val="black">
                  <a:tint val="75000"/>
                </a:prstClr>
              </a:solidFill>
            </a:endParaRPr>
          </a:p>
        </p:txBody>
      </p:sp>
      <p:sp>
        <p:nvSpPr>
          <p:cNvPr id="5" name="Slide Number Placeholder 5"/>
          <p:cNvSpPr>
            <a:spLocks noGrp="1"/>
          </p:cNvSpPr>
          <p:nvPr>
            <p:ph type="sldNum" sz="quarter" idx="12"/>
          </p:nvPr>
        </p:nvSpPr>
        <p:spPr/>
        <p:txBody>
          <a:bodyPr/>
          <a:lstStyle>
            <a:lvl1pPr>
              <a:defRPr/>
            </a:lvl1pPr>
          </a:lstStyle>
          <a:p>
            <a:fld id="{F6FDA1DE-14CF-0F43-804E-9B6915F7C256}" type="slidenum">
              <a:rPr lang="en-US" smtClean="0">
                <a:solidFill>
                  <a:prstClr val="black">
                    <a:tint val="75000"/>
                  </a:prstClr>
                </a:solidFill>
              </a:rPr>
            </a:fld>
            <a:endParaRPr lang="en-US">
              <a:solidFill>
                <a:prstClr val="black">
                  <a:tint val="75000"/>
                </a:prstClr>
              </a:solidFill>
            </a:endParaRPr>
          </a:p>
        </p:txBody>
      </p:sp>
    </p:spTree>
  </p:cSld>
  <p:clrMapOvr>
    <a:masterClrMapping/>
  </p:clrMapOvr>
  <p:transition>
    <p:wheel spokes="8"/>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44C0D5E-4AD6-434C-94DF-A67270B9C051}" type="datetimeFigureOut">
              <a:rPr lang="en-US" smtClean="0">
                <a:solidFill>
                  <a:prstClr val="black">
                    <a:tint val="75000"/>
                  </a:prstClr>
                </a:solidFill>
              </a:rPr>
            </a:fld>
            <a:endParaRPr lang="en-US">
              <a:solidFill>
                <a:prstClr val="black">
                  <a:tint val="75000"/>
                </a:prstClr>
              </a:solidFill>
            </a:endParaRPr>
          </a:p>
        </p:txBody>
      </p:sp>
      <p:sp>
        <p:nvSpPr>
          <p:cNvPr id="3" name="Footer Placeholder 4"/>
          <p:cNvSpPr>
            <a:spLocks noGrp="1"/>
          </p:cNvSpPr>
          <p:nvPr>
            <p:ph type="ftr" sz="quarter" idx="11"/>
          </p:nvPr>
        </p:nvSpPr>
        <p:spPr/>
        <p:txBody>
          <a:bodyPr/>
          <a:lstStyle>
            <a:lvl1pPr>
              <a:defRPr/>
            </a:lvl1pPr>
          </a:lstStyle>
          <a:p>
            <a:endParaRPr lang="en-US">
              <a:solidFill>
                <a:prstClr val="black">
                  <a:tint val="75000"/>
                </a:prstClr>
              </a:solidFill>
            </a:endParaRPr>
          </a:p>
        </p:txBody>
      </p:sp>
      <p:sp>
        <p:nvSpPr>
          <p:cNvPr id="4" name="Slide Number Placeholder 5"/>
          <p:cNvSpPr>
            <a:spLocks noGrp="1"/>
          </p:cNvSpPr>
          <p:nvPr>
            <p:ph type="sldNum" sz="quarter" idx="12"/>
          </p:nvPr>
        </p:nvSpPr>
        <p:spPr/>
        <p:txBody>
          <a:bodyPr/>
          <a:lstStyle>
            <a:lvl1pPr>
              <a:defRPr/>
            </a:lvl1pPr>
          </a:lstStyle>
          <a:p>
            <a:fld id="{F6FDA1DE-14CF-0F43-804E-9B6915F7C256}" type="slidenum">
              <a:rPr lang="en-US" smtClean="0">
                <a:solidFill>
                  <a:prstClr val="black">
                    <a:tint val="75000"/>
                  </a:prstClr>
                </a:solidFill>
              </a:rPr>
            </a:fld>
            <a:endParaRPr lang="en-US">
              <a:solidFill>
                <a:prstClr val="black">
                  <a:tint val="75000"/>
                </a:prstClr>
              </a:solidFill>
            </a:endParaRPr>
          </a:p>
        </p:txBody>
      </p:sp>
    </p:spTree>
  </p:cSld>
  <p:clrMapOvr>
    <a:masterClrMapping/>
  </p:clrMapOvr>
  <p:transition>
    <p:wheel spokes="8"/>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50"/>
            <a:ext cx="3008313" cy="1162050"/>
          </a:xfrm>
        </p:spPr>
        <p:txBody>
          <a:bodyPr anchor="b"/>
          <a:lstStyle>
            <a:lvl1pPr algn="l">
              <a:defRPr sz="845" b="1"/>
            </a:lvl1pPr>
          </a:lstStyle>
          <a:p>
            <a:r>
              <a:rPr lang="en-US"/>
              <a:t>Click to edit Master title style</a:t>
            </a:r>
            <a:endParaRPr lang="en-US"/>
          </a:p>
        </p:txBody>
      </p:sp>
      <p:sp>
        <p:nvSpPr>
          <p:cNvPr id="3" name="Content Placeholder 2"/>
          <p:cNvSpPr>
            <a:spLocks noGrp="1"/>
          </p:cNvSpPr>
          <p:nvPr>
            <p:ph idx="1"/>
          </p:nvPr>
        </p:nvSpPr>
        <p:spPr>
          <a:xfrm>
            <a:off x="3575050" y="273056"/>
            <a:ext cx="5111750" cy="5853113"/>
          </a:xfrm>
        </p:spPr>
        <p:txBody>
          <a:bodyPr/>
          <a:lstStyle>
            <a:lvl1pPr>
              <a:defRPr sz="1350"/>
            </a:lvl1pPr>
            <a:lvl2pPr>
              <a:defRPr sz="1180"/>
            </a:lvl2pPr>
            <a:lvl3pPr>
              <a:defRPr sz="1015"/>
            </a:lvl3pPr>
            <a:lvl4pPr>
              <a:defRPr sz="845"/>
            </a:lvl4pPr>
            <a:lvl5pPr>
              <a:defRPr sz="845"/>
            </a:lvl5pPr>
            <a:lvl6pPr>
              <a:defRPr sz="845"/>
            </a:lvl6pPr>
            <a:lvl7pPr>
              <a:defRPr sz="845"/>
            </a:lvl7pPr>
            <a:lvl8pPr>
              <a:defRPr sz="845"/>
            </a:lvl8pPr>
            <a:lvl9pPr>
              <a:defRPr sz="845"/>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2" y="1435103"/>
            <a:ext cx="3008313" cy="4691063"/>
          </a:xfrm>
        </p:spPr>
        <p:txBody>
          <a:bodyPr/>
          <a:lstStyle>
            <a:lvl1pPr marL="0" indent="0">
              <a:buNone/>
              <a:defRPr sz="590"/>
            </a:lvl1pPr>
            <a:lvl2pPr marL="193040" indent="0">
              <a:buNone/>
              <a:defRPr sz="505"/>
            </a:lvl2pPr>
            <a:lvl3pPr marL="386080" indent="0">
              <a:buNone/>
              <a:defRPr sz="420"/>
            </a:lvl3pPr>
            <a:lvl4pPr marL="578485" indent="0">
              <a:buNone/>
              <a:defRPr sz="380"/>
            </a:lvl4pPr>
            <a:lvl5pPr marL="771525" indent="0">
              <a:buNone/>
              <a:defRPr sz="380"/>
            </a:lvl5pPr>
            <a:lvl6pPr marL="964565" indent="0">
              <a:buNone/>
              <a:defRPr sz="380"/>
            </a:lvl6pPr>
            <a:lvl7pPr marL="1157605" indent="0">
              <a:buNone/>
              <a:defRPr sz="380"/>
            </a:lvl7pPr>
            <a:lvl8pPr marL="1350010" indent="0">
              <a:buNone/>
              <a:defRPr sz="380"/>
            </a:lvl8pPr>
            <a:lvl9pPr marL="1543050" indent="0">
              <a:buNone/>
              <a:defRPr sz="380"/>
            </a:lvl9pPr>
          </a:lstStyle>
          <a:p>
            <a:pPr lvl="0"/>
            <a:r>
              <a:rPr lang="en-US"/>
              <a:t>Click to edit Master text styles</a:t>
            </a:r>
            <a:endParaRPr lang="en-US"/>
          </a:p>
        </p:txBody>
      </p:sp>
      <p:sp>
        <p:nvSpPr>
          <p:cNvPr id="5" name="Date Placeholder 3"/>
          <p:cNvSpPr>
            <a:spLocks noGrp="1"/>
          </p:cNvSpPr>
          <p:nvPr>
            <p:ph type="dt" sz="half" idx="10"/>
          </p:nvPr>
        </p:nvSpPr>
        <p:spPr/>
        <p:txBody>
          <a:bodyPr/>
          <a:lstStyle>
            <a:lvl1pPr>
              <a:defRPr/>
            </a:lvl1pPr>
          </a:lstStyle>
          <a:p>
            <a:fld id="{244C0D5E-4AD6-434C-94DF-A67270B9C051}" type="datetimeFigureOut">
              <a:rPr lang="en-US" smtClean="0">
                <a:solidFill>
                  <a:prstClr val="black">
                    <a:tint val="75000"/>
                  </a:prstClr>
                </a:solidFill>
              </a:rPr>
            </a:fld>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fld id="{F6FDA1DE-14CF-0F43-804E-9B6915F7C256}" type="slidenum">
              <a:rPr lang="en-US" smtClean="0">
                <a:solidFill>
                  <a:prstClr val="black">
                    <a:tint val="75000"/>
                  </a:prstClr>
                </a:solidFill>
              </a:rPr>
            </a:fld>
            <a:endParaRPr lang="en-US">
              <a:solidFill>
                <a:prstClr val="black">
                  <a:tint val="75000"/>
                </a:prstClr>
              </a:solidFill>
            </a:endParaRPr>
          </a:p>
        </p:txBody>
      </p:sp>
    </p:spTree>
  </p:cSld>
  <p:clrMapOvr>
    <a:masterClrMapping/>
  </p:clrMapOvr>
  <p:transition>
    <p:wheel spokes="8"/>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845"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1350"/>
            </a:lvl1pPr>
            <a:lvl2pPr marL="193040" indent="0">
              <a:buNone/>
              <a:defRPr sz="1180"/>
            </a:lvl2pPr>
            <a:lvl3pPr marL="386080" indent="0">
              <a:buNone/>
              <a:defRPr sz="1015"/>
            </a:lvl3pPr>
            <a:lvl4pPr marL="578485" indent="0">
              <a:buNone/>
              <a:defRPr sz="845"/>
            </a:lvl4pPr>
            <a:lvl5pPr marL="771525" indent="0">
              <a:buNone/>
              <a:defRPr sz="845"/>
            </a:lvl5pPr>
            <a:lvl6pPr marL="964565" indent="0">
              <a:buNone/>
              <a:defRPr sz="845"/>
            </a:lvl6pPr>
            <a:lvl7pPr marL="1157605" indent="0">
              <a:buNone/>
              <a:defRPr sz="845"/>
            </a:lvl7pPr>
            <a:lvl8pPr marL="1350010" indent="0">
              <a:buNone/>
              <a:defRPr sz="845"/>
            </a:lvl8pPr>
            <a:lvl9pPr marL="1543050" indent="0">
              <a:buNone/>
              <a:defRPr sz="845"/>
            </a:lvl9pPr>
          </a:lstStyle>
          <a:p>
            <a:pPr lvl="0"/>
            <a:r>
              <a:rPr lang="en-US" noProof="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590"/>
            </a:lvl1pPr>
            <a:lvl2pPr marL="193040" indent="0">
              <a:buNone/>
              <a:defRPr sz="505"/>
            </a:lvl2pPr>
            <a:lvl3pPr marL="386080" indent="0">
              <a:buNone/>
              <a:defRPr sz="420"/>
            </a:lvl3pPr>
            <a:lvl4pPr marL="578485" indent="0">
              <a:buNone/>
              <a:defRPr sz="380"/>
            </a:lvl4pPr>
            <a:lvl5pPr marL="771525" indent="0">
              <a:buNone/>
              <a:defRPr sz="380"/>
            </a:lvl5pPr>
            <a:lvl6pPr marL="964565" indent="0">
              <a:buNone/>
              <a:defRPr sz="380"/>
            </a:lvl6pPr>
            <a:lvl7pPr marL="1157605" indent="0">
              <a:buNone/>
              <a:defRPr sz="380"/>
            </a:lvl7pPr>
            <a:lvl8pPr marL="1350010" indent="0">
              <a:buNone/>
              <a:defRPr sz="380"/>
            </a:lvl8pPr>
            <a:lvl9pPr marL="1543050" indent="0">
              <a:buNone/>
              <a:defRPr sz="380"/>
            </a:lvl9pPr>
          </a:lstStyle>
          <a:p>
            <a:pPr lvl="0"/>
            <a:r>
              <a:rPr lang="en-US"/>
              <a:t>Click to edit Master text styles</a:t>
            </a:r>
            <a:endParaRPr lang="en-US"/>
          </a:p>
        </p:txBody>
      </p:sp>
      <p:sp>
        <p:nvSpPr>
          <p:cNvPr id="5" name="Date Placeholder 3"/>
          <p:cNvSpPr>
            <a:spLocks noGrp="1"/>
          </p:cNvSpPr>
          <p:nvPr>
            <p:ph type="dt" sz="half" idx="10"/>
          </p:nvPr>
        </p:nvSpPr>
        <p:spPr/>
        <p:txBody>
          <a:bodyPr/>
          <a:lstStyle>
            <a:lvl1pPr>
              <a:defRPr/>
            </a:lvl1pPr>
          </a:lstStyle>
          <a:p>
            <a:fld id="{244C0D5E-4AD6-434C-94DF-A67270B9C051}" type="datetimeFigureOut">
              <a:rPr lang="en-US" smtClean="0">
                <a:solidFill>
                  <a:prstClr val="black">
                    <a:tint val="75000"/>
                  </a:prstClr>
                </a:solidFill>
              </a:rPr>
            </a:fld>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fld id="{F6FDA1DE-14CF-0F43-804E-9B6915F7C256}" type="slidenum">
              <a:rPr lang="en-US" smtClean="0">
                <a:solidFill>
                  <a:prstClr val="black">
                    <a:tint val="75000"/>
                  </a:prstClr>
                </a:solidFill>
              </a:rPr>
            </a:fld>
            <a:endParaRPr lang="en-US">
              <a:solidFill>
                <a:prstClr val="black">
                  <a:tint val="75000"/>
                </a:prstClr>
              </a:solidFill>
            </a:endParaRPr>
          </a:p>
        </p:txBody>
      </p:sp>
    </p:spTree>
  </p:cSld>
  <p:clrMapOvr>
    <a:masterClrMapping/>
  </p:clrMapOvr>
  <p:transition>
    <p:wheel spokes="8"/>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lvl1pPr>
              <a:defRPr/>
            </a:lvl1pPr>
          </a:lstStyle>
          <a:p>
            <a:fld id="{244C0D5E-4AD6-434C-94DF-A67270B9C051}"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fld id="{F6FDA1DE-14CF-0F43-804E-9B6915F7C256}" type="slidenum">
              <a:rPr lang="en-US" smtClean="0">
                <a:solidFill>
                  <a:prstClr val="black">
                    <a:tint val="75000"/>
                  </a:prstClr>
                </a:solidFill>
              </a:rPr>
            </a:fld>
            <a:endParaRPr lang="en-US">
              <a:solidFill>
                <a:prstClr val="black">
                  <a:tint val="75000"/>
                </a:prstClr>
              </a:solidFill>
            </a:endParaRPr>
          </a:p>
        </p:txBody>
      </p:sp>
    </p:spTree>
  </p:cSld>
  <p:clrMapOvr>
    <a:masterClrMapping/>
  </p:clrMapOvr>
  <p:transition>
    <p:wheel spokes="8"/>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4"/>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44"/>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lvl1pPr>
              <a:defRPr/>
            </a:lvl1pPr>
          </a:lstStyle>
          <a:p>
            <a:fld id="{244C0D5E-4AD6-434C-94DF-A67270B9C051}"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fld id="{F6FDA1DE-14CF-0F43-804E-9B6915F7C256}" type="slidenum">
              <a:rPr lang="en-US" smtClean="0">
                <a:solidFill>
                  <a:prstClr val="black">
                    <a:tint val="75000"/>
                  </a:prstClr>
                </a:solidFill>
              </a:rPr>
            </a:fld>
            <a:endParaRPr lang="en-US">
              <a:solidFill>
                <a:prstClr val="black">
                  <a:tint val="75000"/>
                </a:prstClr>
              </a:solidFill>
            </a:endParaRPr>
          </a:p>
        </p:txBody>
      </p:sp>
    </p:spTree>
  </p:cSld>
  <p:clrMapOvr>
    <a:masterClrMapping/>
  </p:clrMapOvr>
  <p:transition>
    <p:wheel spokes="8"/>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838200" y="342900"/>
            <a:ext cx="7772400" cy="1104900"/>
          </a:xfrm>
        </p:spPr>
        <p:txBody>
          <a:bodyPr/>
          <a:lstStyle/>
          <a:p>
            <a:r>
              <a:rPr lang="en-US"/>
              <a:t>Click to edit Master title style</a:t>
            </a:r>
            <a:endParaRPr lang="en-US"/>
          </a:p>
        </p:txBody>
      </p:sp>
      <p:sp>
        <p:nvSpPr>
          <p:cNvPr id="3" name="Text Placeholder 2"/>
          <p:cNvSpPr>
            <a:spLocks noGrp="1"/>
          </p:cNvSpPr>
          <p:nvPr>
            <p:ph type="body" sz="half" idx="1"/>
          </p:nvPr>
        </p:nvSpPr>
        <p:spPr>
          <a:xfrm>
            <a:off x="838200" y="1752600"/>
            <a:ext cx="3810000" cy="41148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lipArt Placeholder 3"/>
          <p:cNvSpPr>
            <a:spLocks noGrp="1"/>
          </p:cNvSpPr>
          <p:nvPr>
            <p:ph type="clipArt" sz="half" idx="2" hasCustomPrompt="1"/>
          </p:nvPr>
        </p:nvSpPr>
        <p:spPr>
          <a:xfrm>
            <a:off x="4800600" y="1752600"/>
            <a:ext cx="3810000" cy="4114800"/>
          </a:xfrm>
        </p:spPr>
        <p:txBody>
          <a:bodyPr rtlCol="0">
            <a:normAutofit/>
          </a:bodyPr>
          <a:lstStyle/>
          <a:p>
            <a:pPr lvl="0"/>
            <a:r>
              <a:rPr lang="en-US" noProof="0"/>
              <a:t>Click icon to add online image</a:t>
            </a:r>
            <a:endParaRPr lang="en-US" noProof="0"/>
          </a:p>
        </p:txBody>
      </p:sp>
      <p:sp>
        <p:nvSpPr>
          <p:cNvPr id="5" name="Date Placeholder 3"/>
          <p:cNvSpPr>
            <a:spLocks noGrp="1"/>
          </p:cNvSpPr>
          <p:nvPr>
            <p:ph type="dt" sz="half" idx="10"/>
          </p:nvPr>
        </p:nvSpPr>
        <p:spPr/>
        <p:txBody>
          <a:bodyPr/>
          <a:lstStyle>
            <a:lvl1pPr>
              <a:defRPr/>
            </a:lvl1pPr>
          </a:lstStyle>
          <a:p>
            <a:fld id="{244C0D5E-4AD6-434C-94DF-A67270B9C051}" type="datetimeFigureOut">
              <a:rPr lang="en-US" smtClean="0">
                <a:solidFill>
                  <a:prstClr val="black">
                    <a:tint val="75000"/>
                  </a:prstClr>
                </a:solidFill>
              </a:rPr>
            </a:fld>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fld id="{F6FDA1DE-14CF-0F43-804E-9B6915F7C256}" type="slidenum">
              <a:rPr lang="en-US" smtClean="0">
                <a:solidFill>
                  <a:prstClr val="black">
                    <a:tint val="75000"/>
                  </a:prstClr>
                </a:solidFill>
              </a:rPr>
            </a:fld>
            <a:endParaRPr lang="en-US">
              <a:solidFill>
                <a:prstClr val="black">
                  <a:tint val="75000"/>
                </a:prstClr>
              </a:solidFill>
            </a:endParaRPr>
          </a:p>
        </p:txBody>
      </p:sp>
    </p:spTree>
  </p:cSld>
  <p:clrMapOvr>
    <a:masterClrMapping/>
  </p:clrMapOvr>
  <p:transition>
    <p:wheel spokes="8"/>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5" Type="http://schemas.openxmlformats.org/officeDocument/2006/relationships/theme" Target="../theme/theme3.xml"/><Relationship Id="rId14" Type="http://schemas.openxmlformats.org/officeDocument/2006/relationships/image" Target="../media/image1.png"/><Relationship Id="rId13" Type="http://schemas.openxmlformats.org/officeDocument/2006/relationships/image" Target="../media/image2.jpeg"/><Relationship Id="rId12" Type="http://schemas.openxmlformats.org/officeDocument/2006/relationships/slideLayout" Target="../slideLayouts/slideLayout34.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28/08/2020</a:t>
            </a:r>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   Datta Meghe Institute of Medical Sciences  Deemed to be University,  Sawangi (Meghe)Wardha</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6"/>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438"/>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solidFill>
                  <a:prstClr val="black">
                    <a:tint val="75000"/>
                  </a:prstClr>
                </a:solidFill>
              </a:rPr>
              <a:t>28/08/2020</a:t>
            </a:r>
            <a:endParaRPr lang="en-US">
              <a:solidFill>
                <a:prstClr val="black">
                  <a:tint val="75000"/>
                </a:prstClr>
              </a:solidFill>
            </a:endParaRPr>
          </a:p>
        </p:txBody>
      </p:sp>
      <p:sp>
        <p:nvSpPr>
          <p:cNvPr id="5" name="Footer Placeholder 4"/>
          <p:cNvSpPr>
            <a:spLocks noGrp="1"/>
          </p:cNvSpPr>
          <p:nvPr>
            <p:ph type="ftr" sz="quarter" idx="3"/>
          </p:nvPr>
        </p:nvSpPr>
        <p:spPr>
          <a:xfrm>
            <a:off x="3124200" y="6356438"/>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solidFill>
                  <a:prstClr val="black">
                    <a:tint val="75000"/>
                  </a:prstClr>
                </a:solidFill>
              </a:rPr>
              <a:t>   Datta Meghe Institute of Medical Sciences  Deemed to be University,  Sawangi (Meghe)Wardha</a:t>
            </a:r>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438"/>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solidFill>
                  <a:prstClr val="black">
                    <a:tint val="75000"/>
                  </a:prstClr>
                </a:solidFill>
              </a:rPr>
            </a:fld>
            <a:endParaRPr 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Title Placeholder 1"/>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en-US" altLang="en-US"/>
              <a:t>Click to edit Master title style</a:t>
            </a:r>
            <a:endParaRPr lang="en-US" altLang="en-US"/>
          </a:p>
        </p:txBody>
      </p:sp>
      <p:sp>
        <p:nvSpPr>
          <p:cNvPr id="1027" name="Text Placeholder 2"/>
          <p:cNvSpPr>
            <a:spLocks noGrp="1" noChangeArrowheads="1"/>
          </p:cNvSpPr>
          <p:nvPr>
            <p:ph type="body" idx="1"/>
          </p:nvPr>
        </p:nvSpPr>
        <p:spPr bwMode="auto">
          <a:xfrm>
            <a:off x="457200" y="1600201"/>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en-US"/>
              <a:t>Click to edit Master text styles</a:t>
            </a:r>
            <a:endParaRPr lang="en-US" altLang="en-US"/>
          </a:p>
          <a:p>
            <a:pPr lvl="1"/>
            <a:r>
              <a:rPr lang="en-US" altLang="en-US"/>
              <a:t>Second level</a:t>
            </a:r>
            <a:endParaRPr lang="en-US" altLang="en-US"/>
          </a:p>
          <a:p>
            <a:pPr lvl="2"/>
            <a:r>
              <a:rPr lang="en-US" altLang="en-US"/>
              <a:t>Third level</a:t>
            </a:r>
            <a:endParaRPr lang="en-US" altLang="en-US"/>
          </a:p>
          <a:p>
            <a:pPr lvl="3"/>
            <a:r>
              <a:rPr lang="en-US" altLang="en-US"/>
              <a:t>Fourth level</a:t>
            </a:r>
            <a:endParaRPr lang="en-US" altLang="en-US"/>
          </a:p>
          <a:p>
            <a:pPr lvl="4"/>
            <a:r>
              <a:rPr lang="en-US" altLang="en-US"/>
              <a:t>Fifth level</a:t>
            </a:r>
            <a:endParaRPr lang="en-US" altLang="en-US"/>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505">
                <a:solidFill>
                  <a:schemeClr val="tx1">
                    <a:tint val="75000"/>
                  </a:schemeClr>
                </a:solidFill>
                <a:latin typeface="+mn-lt"/>
              </a:defRPr>
            </a:lvl1pPr>
          </a:lstStyle>
          <a:p>
            <a:r>
              <a:rPr lang="en-US"/>
              <a:t>28/08/2020</a:t>
            </a:r>
            <a:endParaRPr lang="en-US"/>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505">
                <a:solidFill>
                  <a:schemeClr val="tx1">
                    <a:tint val="75000"/>
                  </a:schemeClr>
                </a:solidFill>
                <a:latin typeface="+mn-lt"/>
              </a:defRPr>
            </a:lvl1pPr>
          </a:lstStyle>
          <a:p>
            <a:r>
              <a:rPr lang="en-US"/>
              <a:t>   Datta Meghe Institute of Medical Sciences  Deemed to be University,  Sawangi (Meghe)Wardha</a:t>
            </a:r>
            <a:endParaRPr lang="en-US"/>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eaLnBrk="1" fontAlgn="auto" hangingPunct="1">
              <a:spcBef>
                <a:spcPts val="0"/>
              </a:spcBef>
              <a:spcAft>
                <a:spcPts val="0"/>
              </a:spcAft>
              <a:defRPr sz="505">
                <a:solidFill>
                  <a:schemeClr val="tx1">
                    <a:tint val="75000"/>
                  </a:schemeClr>
                </a:solidFill>
                <a:latin typeface="+mn-lt"/>
              </a:defRPr>
            </a:lvl1pPr>
          </a:lstStyle>
          <a:p>
            <a:fld id="{B6F15528-21DE-4FAA-801E-634DDDAF4B2B}" type="slidenum">
              <a:rPr lang="en-US" smtClean="0"/>
            </a:fld>
            <a:endParaRPr lang="en-US"/>
          </a:p>
        </p:txBody>
      </p:sp>
      <p:pic>
        <p:nvPicPr>
          <p:cNvPr id="1031" name="Picture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66675"/>
            <a:ext cx="117991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transition>
    <p:wheel spokes="8"/>
  </p:transition>
  <p:hf hdr="0"/>
  <p:txStyles>
    <p:titleStyle>
      <a:lvl1pPr algn="ctr" defTabSz="386080" rtl="0" eaLnBrk="1" fontAlgn="base" hangingPunct="1">
        <a:spcBef>
          <a:spcPct val="0"/>
        </a:spcBef>
        <a:spcAft>
          <a:spcPct val="0"/>
        </a:spcAft>
        <a:defRPr sz="1800" kern="1200">
          <a:solidFill>
            <a:schemeClr val="tx1"/>
          </a:solidFill>
          <a:latin typeface="+mj-lt"/>
          <a:ea typeface="+mj-ea"/>
          <a:cs typeface="+mj-cs"/>
        </a:defRPr>
      </a:lvl1pPr>
      <a:lvl2pPr algn="ctr" defTabSz="386080" rtl="0" eaLnBrk="1" fontAlgn="base" hangingPunct="1">
        <a:spcBef>
          <a:spcPct val="0"/>
        </a:spcBef>
        <a:spcAft>
          <a:spcPct val="0"/>
        </a:spcAft>
        <a:defRPr sz="1800">
          <a:solidFill>
            <a:schemeClr val="tx1"/>
          </a:solidFill>
          <a:latin typeface="Calibri" panose="020F0502020204030204" pitchFamily="34" charset="0"/>
        </a:defRPr>
      </a:lvl2pPr>
      <a:lvl3pPr algn="ctr" defTabSz="386080" rtl="0" eaLnBrk="1" fontAlgn="base" hangingPunct="1">
        <a:spcBef>
          <a:spcPct val="0"/>
        </a:spcBef>
        <a:spcAft>
          <a:spcPct val="0"/>
        </a:spcAft>
        <a:defRPr sz="1800">
          <a:solidFill>
            <a:schemeClr val="tx1"/>
          </a:solidFill>
          <a:latin typeface="Calibri" panose="020F0502020204030204" pitchFamily="34" charset="0"/>
        </a:defRPr>
      </a:lvl3pPr>
      <a:lvl4pPr algn="ctr" defTabSz="386080" rtl="0" eaLnBrk="1" fontAlgn="base" hangingPunct="1">
        <a:spcBef>
          <a:spcPct val="0"/>
        </a:spcBef>
        <a:spcAft>
          <a:spcPct val="0"/>
        </a:spcAft>
        <a:defRPr sz="1800">
          <a:solidFill>
            <a:schemeClr val="tx1"/>
          </a:solidFill>
          <a:latin typeface="Calibri" panose="020F0502020204030204" pitchFamily="34" charset="0"/>
        </a:defRPr>
      </a:lvl4pPr>
      <a:lvl5pPr algn="ctr" defTabSz="386080" rtl="0" eaLnBrk="1" fontAlgn="base" hangingPunct="1">
        <a:spcBef>
          <a:spcPct val="0"/>
        </a:spcBef>
        <a:spcAft>
          <a:spcPct val="0"/>
        </a:spcAft>
        <a:defRPr sz="1800">
          <a:solidFill>
            <a:schemeClr val="tx1"/>
          </a:solidFill>
          <a:latin typeface="Calibri" panose="020F0502020204030204" pitchFamily="34" charset="0"/>
        </a:defRPr>
      </a:lvl5pPr>
      <a:lvl6pPr marL="342900" algn="ctr" defTabSz="386080" rtl="0" eaLnBrk="1" fontAlgn="base" hangingPunct="1">
        <a:spcBef>
          <a:spcPct val="0"/>
        </a:spcBef>
        <a:spcAft>
          <a:spcPct val="0"/>
        </a:spcAft>
        <a:defRPr sz="1800">
          <a:solidFill>
            <a:schemeClr val="tx1"/>
          </a:solidFill>
          <a:latin typeface="Calibri" panose="020F0502020204030204" pitchFamily="34" charset="0"/>
        </a:defRPr>
      </a:lvl6pPr>
      <a:lvl7pPr marL="685800" algn="ctr" defTabSz="386080" rtl="0" eaLnBrk="1" fontAlgn="base" hangingPunct="1">
        <a:spcBef>
          <a:spcPct val="0"/>
        </a:spcBef>
        <a:spcAft>
          <a:spcPct val="0"/>
        </a:spcAft>
        <a:defRPr sz="1800">
          <a:solidFill>
            <a:schemeClr val="tx1"/>
          </a:solidFill>
          <a:latin typeface="Calibri" panose="020F0502020204030204" pitchFamily="34" charset="0"/>
        </a:defRPr>
      </a:lvl7pPr>
      <a:lvl8pPr marL="1028700" algn="ctr" defTabSz="386080" rtl="0" eaLnBrk="1" fontAlgn="base" hangingPunct="1">
        <a:spcBef>
          <a:spcPct val="0"/>
        </a:spcBef>
        <a:spcAft>
          <a:spcPct val="0"/>
        </a:spcAft>
        <a:defRPr sz="1800">
          <a:solidFill>
            <a:schemeClr val="tx1"/>
          </a:solidFill>
          <a:latin typeface="Calibri" panose="020F0502020204030204" pitchFamily="34" charset="0"/>
        </a:defRPr>
      </a:lvl8pPr>
      <a:lvl9pPr marL="1371600" algn="ctr" defTabSz="386080" rtl="0" eaLnBrk="1" fontAlgn="base" hangingPunct="1">
        <a:spcBef>
          <a:spcPct val="0"/>
        </a:spcBef>
        <a:spcAft>
          <a:spcPct val="0"/>
        </a:spcAft>
        <a:defRPr sz="1800">
          <a:solidFill>
            <a:schemeClr val="tx1"/>
          </a:solidFill>
          <a:latin typeface="Calibri" panose="020F0502020204030204" pitchFamily="34" charset="0"/>
        </a:defRPr>
      </a:lvl9pPr>
    </p:titleStyle>
    <p:bodyStyle>
      <a:lvl1pPr marL="144145" indent="-144145" algn="l" defTabSz="386080" rtl="0" eaLnBrk="1" fontAlgn="base" hangingPunct="1">
        <a:spcBef>
          <a:spcPct val="20000"/>
        </a:spcBef>
        <a:spcAft>
          <a:spcPct val="0"/>
        </a:spcAft>
        <a:buFont typeface="Arial" panose="020B0604020202020204" pitchFamily="34" charset="0"/>
        <a:buChar char="•"/>
        <a:defRPr kern="1200">
          <a:solidFill>
            <a:schemeClr val="tx1"/>
          </a:solidFill>
          <a:latin typeface="+mn-lt"/>
          <a:ea typeface="+mn-ea"/>
          <a:cs typeface="+mn-cs"/>
        </a:defRPr>
      </a:lvl1pPr>
      <a:lvl2pPr marL="313055" indent="-120015" algn="l" defTabSz="386080" rtl="0" eaLnBrk="1" fontAlgn="base" hangingPunct="1">
        <a:spcBef>
          <a:spcPct val="20000"/>
        </a:spcBef>
        <a:spcAft>
          <a:spcPct val="0"/>
        </a:spcAft>
        <a:buFont typeface="Arial" panose="020B0604020202020204" pitchFamily="34" charset="0"/>
        <a:buChar char="–"/>
        <a:defRPr sz="1125" kern="1200">
          <a:solidFill>
            <a:schemeClr val="tx1"/>
          </a:solidFill>
          <a:latin typeface="+mn-lt"/>
          <a:ea typeface="+mn-ea"/>
          <a:cs typeface="+mn-cs"/>
        </a:defRPr>
      </a:lvl2pPr>
      <a:lvl3pPr marL="481965" indent="-96520" algn="l" defTabSz="386080" rtl="0" eaLnBrk="1" fontAlgn="base" hangingPunct="1">
        <a:spcBef>
          <a:spcPct val="20000"/>
        </a:spcBef>
        <a:spcAft>
          <a:spcPct val="0"/>
        </a:spcAft>
        <a:buFont typeface="Arial" panose="020B0604020202020204" pitchFamily="34" charset="0"/>
        <a:buChar char="•"/>
        <a:defRPr sz="975" kern="1200">
          <a:solidFill>
            <a:schemeClr val="tx1"/>
          </a:solidFill>
          <a:latin typeface="+mn-lt"/>
          <a:ea typeface="+mn-ea"/>
          <a:cs typeface="+mn-cs"/>
        </a:defRPr>
      </a:lvl3pPr>
      <a:lvl4pPr marL="675005" indent="-96520" algn="l" defTabSz="386080" rtl="0" eaLnBrk="1" fontAlgn="base" hangingPunct="1">
        <a:spcBef>
          <a:spcPct val="20000"/>
        </a:spcBef>
        <a:spcAft>
          <a:spcPct val="0"/>
        </a:spcAft>
        <a:buFont typeface="Arial" panose="020B0604020202020204" pitchFamily="34" charset="0"/>
        <a:buChar char="–"/>
        <a:defRPr sz="825" kern="1200">
          <a:solidFill>
            <a:schemeClr val="tx1"/>
          </a:solidFill>
          <a:latin typeface="+mn-lt"/>
          <a:ea typeface="+mn-ea"/>
          <a:cs typeface="+mn-cs"/>
        </a:defRPr>
      </a:lvl4pPr>
      <a:lvl5pPr marL="868045" indent="-96520" algn="l" defTabSz="386080" rtl="0" eaLnBrk="1" fontAlgn="base" hangingPunct="1">
        <a:spcBef>
          <a:spcPct val="20000"/>
        </a:spcBef>
        <a:spcAft>
          <a:spcPct val="0"/>
        </a:spcAft>
        <a:buFont typeface="Arial" panose="020B0604020202020204" pitchFamily="34" charset="0"/>
        <a:buChar char="»"/>
        <a:defRPr sz="825" kern="1200">
          <a:solidFill>
            <a:schemeClr val="tx1"/>
          </a:solidFill>
          <a:latin typeface="+mn-lt"/>
          <a:ea typeface="+mn-ea"/>
          <a:cs typeface="+mn-cs"/>
        </a:defRPr>
      </a:lvl5pPr>
      <a:lvl6pPr marL="1061085" indent="-96520" algn="l" defTabSz="386080" rtl="0" eaLnBrk="1" latinLnBrk="0" hangingPunct="1">
        <a:spcBef>
          <a:spcPct val="20000"/>
        </a:spcBef>
        <a:buFont typeface="Arial" panose="020B0604020202020204" pitchFamily="34" charset="0"/>
        <a:buChar char="•"/>
        <a:defRPr sz="845" kern="1200">
          <a:solidFill>
            <a:schemeClr val="tx1"/>
          </a:solidFill>
          <a:latin typeface="+mn-lt"/>
          <a:ea typeface="+mn-ea"/>
          <a:cs typeface="+mn-cs"/>
        </a:defRPr>
      </a:lvl6pPr>
      <a:lvl7pPr marL="1253490" indent="-96520" algn="l" defTabSz="386080" rtl="0" eaLnBrk="1" latinLnBrk="0" hangingPunct="1">
        <a:spcBef>
          <a:spcPct val="20000"/>
        </a:spcBef>
        <a:buFont typeface="Arial" panose="020B0604020202020204" pitchFamily="34" charset="0"/>
        <a:buChar char="•"/>
        <a:defRPr sz="845" kern="1200">
          <a:solidFill>
            <a:schemeClr val="tx1"/>
          </a:solidFill>
          <a:latin typeface="+mn-lt"/>
          <a:ea typeface="+mn-ea"/>
          <a:cs typeface="+mn-cs"/>
        </a:defRPr>
      </a:lvl7pPr>
      <a:lvl8pPr marL="1446530" indent="-96520" algn="l" defTabSz="386080" rtl="0" eaLnBrk="1" latinLnBrk="0" hangingPunct="1">
        <a:spcBef>
          <a:spcPct val="20000"/>
        </a:spcBef>
        <a:buFont typeface="Arial" panose="020B0604020202020204" pitchFamily="34" charset="0"/>
        <a:buChar char="•"/>
        <a:defRPr sz="845" kern="1200">
          <a:solidFill>
            <a:schemeClr val="tx1"/>
          </a:solidFill>
          <a:latin typeface="+mn-lt"/>
          <a:ea typeface="+mn-ea"/>
          <a:cs typeface="+mn-cs"/>
        </a:defRPr>
      </a:lvl8pPr>
      <a:lvl9pPr marL="1639570" indent="-96520" algn="l" defTabSz="386080" rtl="0" eaLnBrk="1" latinLnBrk="0" hangingPunct="1">
        <a:spcBef>
          <a:spcPct val="20000"/>
        </a:spcBef>
        <a:buFont typeface="Arial" panose="020B0604020202020204" pitchFamily="34" charset="0"/>
        <a:buChar char="•"/>
        <a:defRPr sz="845" kern="1200">
          <a:solidFill>
            <a:schemeClr val="tx1"/>
          </a:solidFill>
          <a:latin typeface="+mn-lt"/>
          <a:ea typeface="+mn-ea"/>
          <a:cs typeface="+mn-cs"/>
        </a:defRPr>
      </a:lvl9pPr>
    </p:bodyStyle>
    <p:otherStyle>
      <a:defPPr>
        <a:defRPr lang="en-US"/>
      </a:defPPr>
      <a:lvl1pPr marL="0" algn="l" defTabSz="386080" rtl="0" eaLnBrk="1" latinLnBrk="0" hangingPunct="1">
        <a:defRPr sz="760" kern="1200">
          <a:solidFill>
            <a:schemeClr val="tx1"/>
          </a:solidFill>
          <a:latin typeface="+mn-lt"/>
          <a:ea typeface="+mn-ea"/>
          <a:cs typeface="+mn-cs"/>
        </a:defRPr>
      </a:lvl1pPr>
      <a:lvl2pPr marL="193040" algn="l" defTabSz="386080" rtl="0" eaLnBrk="1" latinLnBrk="0" hangingPunct="1">
        <a:defRPr sz="760" kern="1200">
          <a:solidFill>
            <a:schemeClr val="tx1"/>
          </a:solidFill>
          <a:latin typeface="+mn-lt"/>
          <a:ea typeface="+mn-ea"/>
          <a:cs typeface="+mn-cs"/>
        </a:defRPr>
      </a:lvl2pPr>
      <a:lvl3pPr marL="386080" algn="l" defTabSz="386080" rtl="0" eaLnBrk="1" latinLnBrk="0" hangingPunct="1">
        <a:defRPr sz="760" kern="1200">
          <a:solidFill>
            <a:schemeClr val="tx1"/>
          </a:solidFill>
          <a:latin typeface="+mn-lt"/>
          <a:ea typeface="+mn-ea"/>
          <a:cs typeface="+mn-cs"/>
        </a:defRPr>
      </a:lvl3pPr>
      <a:lvl4pPr marL="578485" algn="l" defTabSz="386080" rtl="0" eaLnBrk="1" latinLnBrk="0" hangingPunct="1">
        <a:defRPr sz="760" kern="1200">
          <a:solidFill>
            <a:schemeClr val="tx1"/>
          </a:solidFill>
          <a:latin typeface="+mn-lt"/>
          <a:ea typeface="+mn-ea"/>
          <a:cs typeface="+mn-cs"/>
        </a:defRPr>
      </a:lvl4pPr>
      <a:lvl5pPr marL="771525" algn="l" defTabSz="386080" rtl="0" eaLnBrk="1" latinLnBrk="0" hangingPunct="1">
        <a:defRPr sz="760" kern="1200">
          <a:solidFill>
            <a:schemeClr val="tx1"/>
          </a:solidFill>
          <a:latin typeface="+mn-lt"/>
          <a:ea typeface="+mn-ea"/>
          <a:cs typeface="+mn-cs"/>
        </a:defRPr>
      </a:lvl5pPr>
      <a:lvl6pPr marL="964565" algn="l" defTabSz="386080" rtl="0" eaLnBrk="1" latinLnBrk="0" hangingPunct="1">
        <a:defRPr sz="760" kern="1200">
          <a:solidFill>
            <a:schemeClr val="tx1"/>
          </a:solidFill>
          <a:latin typeface="+mn-lt"/>
          <a:ea typeface="+mn-ea"/>
          <a:cs typeface="+mn-cs"/>
        </a:defRPr>
      </a:lvl6pPr>
      <a:lvl7pPr marL="1157605" algn="l" defTabSz="386080" rtl="0" eaLnBrk="1" latinLnBrk="0" hangingPunct="1">
        <a:defRPr sz="760" kern="1200">
          <a:solidFill>
            <a:schemeClr val="tx1"/>
          </a:solidFill>
          <a:latin typeface="+mn-lt"/>
          <a:ea typeface="+mn-ea"/>
          <a:cs typeface="+mn-cs"/>
        </a:defRPr>
      </a:lvl7pPr>
      <a:lvl8pPr marL="1350010" algn="l" defTabSz="386080" rtl="0" eaLnBrk="1" latinLnBrk="0" hangingPunct="1">
        <a:defRPr sz="760" kern="1200">
          <a:solidFill>
            <a:schemeClr val="tx1"/>
          </a:solidFill>
          <a:latin typeface="+mn-lt"/>
          <a:ea typeface="+mn-ea"/>
          <a:cs typeface="+mn-cs"/>
        </a:defRPr>
      </a:lvl8pPr>
      <a:lvl9pPr marL="1543050" algn="l" defTabSz="386080" rtl="0" eaLnBrk="1" latinLnBrk="0" hangingPunct="1">
        <a:defRPr sz="7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3.xml"/><Relationship Id="rId1"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image" Target="../media/image5.png"/><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image" Target="../media/image5.png"/><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image" Target="../media/image5.png"/><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image" Target="../media/image5.png"/><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tags" Target="../tags/tag1.xml"/><Relationship Id="rId2" Type="http://schemas.openxmlformats.org/officeDocument/2006/relationships/image" Target="../media/image5.png"/><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tags" Target="../tags/tag2.xml"/><Relationship Id="rId2" Type="http://schemas.openxmlformats.org/officeDocument/2006/relationships/image" Target="../media/image5.png"/><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image" Target="../media/image5.png"/><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17.xml"/><Relationship Id="rId3" Type="http://schemas.openxmlformats.org/officeDocument/2006/relationships/tags" Target="../tags/tag3.xml"/><Relationship Id="rId2" Type="http://schemas.openxmlformats.org/officeDocument/2006/relationships/image" Target="../media/image5.png"/><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17.xml"/><Relationship Id="rId3" Type="http://schemas.openxmlformats.org/officeDocument/2006/relationships/tags" Target="../tags/tag4.xml"/><Relationship Id="rId2" Type="http://schemas.openxmlformats.org/officeDocument/2006/relationships/image" Target="../media/image5.png"/><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image" Target="../media/image5.png"/><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image" Target="../media/image5.png"/><Relationship Id="rId1" Type="http://schemas.openxmlformats.org/officeDocument/2006/relationships/image" Target="../media/image4.png"/></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17.xml"/><Relationship Id="rId3" Type="http://schemas.openxmlformats.org/officeDocument/2006/relationships/tags" Target="../tags/tag5.xml"/><Relationship Id="rId2" Type="http://schemas.openxmlformats.org/officeDocument/2006/relationships/image" Target="../media/image5.png"/><Relationship Id="rId1"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image" Target="../media/image5.png"/><Relationship Id="rId1"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image" Target="../media/image5.png"/><Relationship Id="rId1"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image" Target="../media/image5.png"/><Relationship Id="rId1" Type="http://schemas.openxmlformats.org/officeDocument/2006/relationships/image" Target="../media/image4.png"/></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5.png"/><Relationship Id="rId1" Type="http://schemas.openxmlformats.org/officeDocument/2006/relationships/image" Target="../media/image4.png"/></Relationships>
</file>

<file path=ppt/slides/_rels/slide19.xml.rels><?xml version="1.0" encoding="UTF-8" standalone="yes"?>
<Relationships xmlns="http://schemas.openxmlformats.org/package/2006/relationships"><Relationship Id="rId4" Type="http://schemas.openxmlformats.org/officeDocument/2006/relationships/slideLayout" Target="../slideLayouts/slideLayout15.xml"/><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image" Target="../media/image4.png"/></Relationships>
</file>

<file path=ppt/slides/_rels/slide20.xml.rels><?xml version="1.0" encoding="UTF-8" standalone="yes"?>
<Relationships xmlns="http://schemas.openxmlformats.org/package/2006/relationships"><Relationship Id="rId4" Type="http://schemas.openxmlformats.org/officeDocument/2006/relationships/slideLayout" Target="../slideLayouts/slideLayout15.xml"/><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image" Target="../media/image4.png"/></Relationships>
</file>

<file path=ppt/slides/_rels/slide21.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image" Target="../media/image4.png"/></Relationships>
</file>

<file path=ppt/slides/_rels/slide22.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image" Target="../media/image4.png"/></Relationships>
</file>

<file path=ppt/slides/_rels/slide23.xml.rels><?xml version="1.0" encoding="UTF-8" standalone="yes"?>
<Relationships xmlns="http://schemas.openxmlformats.org/package/2006/relationships"><Relationship Id="rId7" Type="http://schemas.openxmlformats.org/officeDocument/2006/relationships/slideLayout" Target="../slideLayouts/slideLayout1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image" Target="../media/image5.png"/><Relationship Id="rId1" Type="http://schemas.openxmlformats.org/officeDocument/2006/relationships/image" Target="../media/image4.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image" Target="../media/image5.png"/><Relationship Id="rId1" Type="http://schemas.openxmlformats.org/officeDocument/2006/relationships/image" Target="../media/image4.pn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image" Target="../media/image5.png"/><Relationship Id="rId1" Type="http://schemas.openxmlformats.org/officeDocument/2006/relationships/image" Target="../media/image4.pn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image" Target="../media/image5.png"/><Relationship Id="rId1" Type="http://schemas.openxmlformats.org/officeDocument/2006/relationships/image" Target="../media/image4.png"/></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image" Target="../media/image5.png"/><Relationship Id="rId1" Type="http://schemas.openxmlformats.org/officeDocument/2006/relationships/image" Target="../media/image4.pn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Graphical user interface&#10;&#10;Description automatically generated with medium confidence"/>
          <p:cNvPicPr>
            <a:picLocks noChangeAspect="1"/>
          </p:cNvPicPr>
          <p:nvPr/>
        </p:nvPicPr>
        <p:blipFill>
          <a:blip r:embed="rId1"/>
          <a:stretch>
            <a:fillRect/>
          </a:stretch>
        </p:blipFill>
        <p:spPr>
          <a:xfrm>
            <a:off x="0" y="0"/>
            <a:ext cx="9144000" cy="6324600"/>
          </a:xfrm>
          <a:prstGeom prst="rect">
            <a:avLst/>
          </a:prstGeom>
        </p:spPr>
      </p:pic>
      <p:sp>
        <p:nvSpPr>
          <p:cNvPr id="7" name="TextBox 6"/>
          <p:cNvSpPr txBox="1"/>
          <p:nvPr/>
        </p:nvSpPr>
        <p:spPr>
          <a:xfrm>
            <a:off x="990600" y="3429000"/>
            <a:ext cx="7034893" cy="845185"/>
          </a:xfrm>
          <a:prstGeom prst="rect">
            <a:avLst/>
          </a:prstGeom>
          <a:noFill/>
        </p:spPr>
        <p:txBody>
          <a:bodyPr wrap="square" rtlCol="0">
            <a:spAutoFit/>
          </a:bodyPr>
          <a:lstStyle/>
          <a:p>
            <a:pPr algn="ctr"/>
            <a:r>
              <a:rPr lang="en-US" sz="2800" dirty="0">
                <a:solidFill>
                  <a:prstClr val="white"/>
                </a:solidFill>
              </a:rPr>
              <a:t>Faculty of Engineering and Technology</a:t>
            </a:r>
            <a:endParaRPr lang="en-US" sz="2800" dirty="0">
              <a:solidFill>
                <a:prstClr val="white"/>
              </a:solidFill>
            </a:endParaRPr>
          </a:p>
          <a:p>
            <a:pPr algn="ctr"/>
            <a:r>
              <a:rPr lang="en-US" sz="2100" dirty="0">
                <a:solidFill>
                  <a:prstClr val="white"/>
                </a:solidFill>
              </a:rPr>
              <a:t>Department of </a:t>
            </a:r>
            <a:r>
              <a:rPr lang="en-US" sz="2100" dirty="0">
                <a:solidFill>
                  <a:schemeClr val="bg1"/>
                </a:solidFill>
                <a:sym typeface="+mn-ea"/>
              </a:rPr>
              <a:t>Artificial Intelligence &amp; Machine Learning</a:t>
            </a:r>
            <a:endParaRPr lang="en-US" sz="2100" dirty="0">
              <a:solidFill>
                <a:srgbClr val="FF0000"/>
              </a:solidFill>
            </a:endParaRPr>
          </a:p>
        </p:txBody>
      </p:sp>
    </p:spTree>
  </p:cSld>
  <p:clrMapOvr>
    <a:masterClrMapping/>
  </p:clrMapOvr>
  <p:transition>
    <p:wheel spokes="8"/>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B6F15528-21DE-4FAA-801E-634DDDAF4B2B}" type="slidenum">
              <a:rPr lang="en-US" smtClean="0">
                <a:solidFill>
                  <a:prstClr val="black">
                    <a:tint val="75000"/>
                  </a:prstClr>
                </a:solidFill>
              </a:rPr>
            </a:fld>
            <a:endParaRPr lang="en-US">
              <a:solidFill>
                <a:prstClr val="black">
                  <a:tint val="75000"/>
                </a:prstClr>
              </a:solidFill>
            </a:endParaRPr>
          </a:p>
        </p:txBody>
      </p:sp>
      <p:pic>
        <p:nvPicPr>
          <p:cNvPr id="6" name="Picture 5" descr="A picture containing text, clipart&#10;&#10;Description automatically generated"/>
          <p:cNvPicPr>
            <a:picLocks noChangeAspect="1"/>
          </p:cNvPicPr>
          <p:nvPr/>
        </p:nvPicPr>
        <p:blipFill>
          <a:blip r:embed="rId1"/>
          <a:stretch>
            <a:fillRect/>
          </a:stretch>
        </p:blipFill>
        <p:spPr>
          <a:xfrm>
            <a:off x="0" y="-14288"/>
            <a:ext cx="1042988" cy="1221786"/>
          </a:xfrm>
          <a:prstGeom prst="rect">
            <a:avLst/>
          </a:prstGeom>
        </p:spPr>
      </p:pic>
      <p:pic>
        <p:nvPicPr>
          <p:cNvPr id="8" name="Picture 7"/>
          <p:cNvPicPr>
            <a:picLocks noChangeAspect="1"/>
          </p:cNvPicPr>
          <p:nvPr/>
        </p:nvPicPr>
        <p:blipFill>
          <a:blip r:embed="rId2"/>
          <a:stretch>
            <a:fillRect/>
          </a:stretch>
        </p:blipFill>
        <p:spPr>
          <a:xfrm>
            <a:off x="-1" y="6248400"/>
            <a:ext cx="9144001" cy="613831"/>
          </a:xfrm>
          <a:prstGeom prst="rect">
            <a:avLst/>
          </a:prstGeom>
        </p:spPr>
      </p:pic>
      <p:sp>
        <p:nvSpPr>
          <p:cNvPr id="3" name="Rectangle 2"/>
          <p:cNvSpPr/>
          <p:nvPr/>
        </p:nvSpPr>
        <p:spPr>
          <a:xfrm>
            <a:off x="457200" y="340995"/>
            <a:ext cx="8375650" cy="2181225"/>
          </a:xfrm>
          <a:prstGeom prst="rect">
            <a:avLst/>
          </a:prstGeom>
        </p:spPr>
        <p:txBody>
          <a:bodyPr wrap="square">
            <a:noAutofit/>
          </a:bodyPr>
          <a:lstStyle/>
          <a:p>
            <a:pPr algn="ctr"/>
            <a:r>
              <a:rPr lang="en-US" b="1"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sym typeface="+mn-ea"/>
              </a:rPr>
              <a:t> PRESENTATION </a:t>
            </a:r>
            <a:endParaRPr lang="en-US" sz="2000" b="1" dirty="0">
              <a:latin typeface="Times New Roman" panose="02020603050405020304" pitchFamily="18" charset="0"/>
              <a:cs typeface="Times New Roman" panose="02020603050405020304" pitchFamily="18" charset="0"/>
              <a:sym typeface="+mn-ea"/>
            </a:endParaRPr>
          </a:p>
          <a:p>
            <a:pPr algn="ctr"/>
            <a:endParaRPr lang="en-US" sz="2000" b="1" dirty="0">
              <a:latin typeface="Times New Roman" panose="02020603050405020304" pitchFamily="18" charset="0"/>
              <a:cs typeface="Times New Roman" panose="02020603050405020304" pitchFamily="18" charset="0"/>
            </a:endParaRPr>
          </a:p>
          <a:p>
            <a:pPr algn="ctr"/>
            <a:r>
              <a:rPr lang="en-US" altLang="en-US" sz="3200" b="1" dirty="0">
                <a:latin typeface="Times New Roman" panose="02020603050405020304" pitchFamily="18" charset="0"/>
                <a:cs typeface="Times New Roman" panose="02020603050405020304" pitchFamily="18" charset="0"/>
                <a:sym typeface="+mn-ea"/>
              </a:rPr>
              <a:t>A Privacy-Preserving Federated XGBoost Framwork for Proactive Patient Readmission Management</a:t>
            </a:r>
            <a:endParaRPr lang="en-US" sz="3200" b="1" dirty="0">
              <a:latin typeface="Times New Roman" panose="02020603050405020304" pitchFamily="18" charset="0"/>
              <a:cs typeface="Times New Roman" panose="02020603050405020304" pitchFamily="18" charset="0"/>
              <a:sym typeface="+mn-ea"/>
            </a:endParaRPr>
          </a:p>
          <a:p>
            <a:r>
              <a:rPr lang="en-US" sz="3600" b="1" dirty="0"/>
              <a:t> </a:t>
            </a:r>
            <a:endParaRPr lang="en-US" sz="3600" dirty="0"/>
          </a:p>
        </p:txBody>
      </p:sp>
      <p:sp>
        <p:nvSpPr>
          <p:cNvPr id="4" name="Subtitle 2"/>
          <p:cNvSpPr txBox="1"/>
          <p:nvPr/>
        </p:nvSpPr>
        <p:spPr>
          <a:xfrm>
            <a:off x="457200" y="2522220"/>
            <a:ext cx="8382000" cy="3425825"/>
          </a:xfrm>
          <a:prstGeom prst="rect">
            <a:avLst/>
          </a:prstGeom>
        </p:spPr>
        <p:txBody>
          <a:bodyP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nSpc>
                <a:spcPct val="170000"/>
              </a:lnSpc>
            </a:pPr>
            <a:r>
              <a:rPr lang="en-US" sz="2000" b="1" dirty="0">
                <a:latin typeface="Times New Roman" panose="02020603050405020304" pitchFamily="18" charset="0"/>
                <a:cs typeface="Times New Roman" panose="02020603050405020304" pitchFamily="18" charset="0"/>
              </a:rPr>
              <a:t>NAME OF SCHOLAR: NAYAN JIKAR</a:t>
            </a:r>
            <a:endParaRPr lang="en-US" sz="2000" b="1"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NAME OF THE SUPERVISOR: DR. ASADULLAH</a:t>
            </a:r>
            <a:endParaRPr lang="en-US" sz="2000" b="1" dirty="0">
              <a:latin typeface="Times New Roman" panose="02020603050405020304" pitchFamily="18" charset="0"/>
              <a:cs typeface="Times New Roman" panose="02020603050405020304" pitchFamily="18" charset="0"/>
            </a:endParaRPr>
          </a:p>
          <a:p>
            <a:r>
              <a:rPr lang="en-US" sz="2000" b="1" dirty="0">
                <a:solidFill>
                  <a:srgbClr val="002060"/>
                </a:solidFill>
                <a:latin typeface="Times New Roman" panose="02020603050405020304" pitchFamily="18" charset="0"/>
                <a:cs typeface="Times New Roman" panose="02020603050405020304" pitchFamily="18" charset="0"/>
              </a:rPr>
              <a:t>DEPARTMENT OF ARTIFICIAL INTELLIGENCE &amp; MACHINE LEARNING</a:t>
            </a:r>
            <a:endParaRPr lang="en-US" sz="2400" b="1" dirty="0">
              <a:solidFill>
                <a:srgbClr val="FF0000"/>
              </a:solidFill>
              <a:latin typeface="Times New Roman" panose="02020603050405020304" pitchFamily="18" charset="0"/>
              <a:cs typeface="Times New Roman" panose="02020603050405020304" pitchFamily="18" charset="0"/>
            </a:endParaRPr>
          </a:p>
          <a:p>
            <a:pPr>
              <a:lnSpc>
                <a:spcPct val="170000"/>
              </a:lnSpc>
            </a:pPr>
            <a:r>
              <a:rPr lang="en-US" sz="1800" b="1" dirty="0">
                <a:solidFill>
                  <a:srgbClr val="002060"/>
                </a:solidFill>
                <a:latin typeface="Times New Roman" panose="02020603050405020304" pitchFamily="18" charset="0"/>
                <a:cs typeface="Times New Roman" panose="02020603050405020304" pitchFamily="18" charset="0"/>
              </a:rPr>
              <a:t> </a:t>
            </a:r>
            <a:r>
              <a:rPr lang="en-US" sz="2400" b="1" dirty="0">
                <a:solidFill>
                  <a:srgbClr val="002060"/>
                </a:solidFill>
                <a:latin typeface="Times New Roman" panose="02020603050405020304" pitchFamily="18" charset="0"/>
                <a:cs typeface="Times New Roman" panose="02020603050405020304" pitchFamily="18" charset="0"/>
              </a:rPr>
              <a:t>FACULTY OF ENGINEERING AND TECHNOLOGY</a:t>
            </a:r>
            <a:r>
              <a:rPr lang="en-US" sz="2000" b="1" dirty="0">
                <a:solidFill>
                  <a:srgbClr val="002060"/>
                </a:solidFill>
                <a:latin typeface="Times New Roman" panose="02020603050405020304" pitchFamily="18" charset="0"/>
                <a:cs typeface="Times New Roman" panose="02020603050405020304" pitchFamily="18" charset="0"/>
              </a:rPr>
              <a:t>, DMIHER (DU), SAWANGI (MEGHE) , WARDHA</a:t>
            </a:r>
            <a:endParaRPr lang="en-US" sz="1800" dirty="0">
              <a:latin typeface="Times New Roman" panose="02020603050405020304" pitchFamily="18" charset="0"/>
              <a:cs typeface="Times New Roman" panose="02020603050405020304" pitchFamily="18" charset="0"/>
            </a:endParaRPr>
          </a:p>
          <a:p>
            <a:r>
              <a:rPr lang="en-US" sz="1800" b="1" dirty="0">
                <a:latin typeface="Times New Roman" panose="02020603050405020304" pitchFamily="18" charset="0"/>
                <a:cs typeface="Times New Roman" panose="02020603050405020304" pitchFamily="18" charset="0"/>
              </a:rPr>
              <a:t>DATE :28/01/2025</a:t>
            </a:r>
            <a:endParaRPr lang="en-US" sz="18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B6F15528-21DE-4FAA-801E-634DDDAF4B2B}" type="slidenum">
              <a:rPr lang="en-US" smtClean="0">
                <a:solidFill>
                  <a:prstClr val="black">
                    <a:tint val="75000"/>
                  </a:prstClr>
                </a:solidFill>
              </a:rPr>
            </a:fld>
            <a:endParaRPr lang="en-US">
              <a:solidFill>
                <a:prstClr val="black">
                  <a:tint val="75000"/>
                </a:prstClr>
              </a:solidFill>
            </a:endParaRPr>
          </a:p>
        </p:txBody>
      </p:sp>
      <p:pic>
        <p:nvPicPr>
          <p:cNvPr id="6" name="Picture 5" descr="A picture containing text, clipart&#10;&#10;Description automatically generated"/>
          <p:cNvPicPr>
            <a:picLocks noChangeAspect="1"/>
          </p:cNvPicPr>
          <p:nvPr/>
        </p:nvPicPr>
        <p:blipFill>
          <a:blip r:embed="rId1"/>
          <a:stretch>
            <a:fillRect/>
          </a:stretch>
        </p:blipFill>
        <p:spPr>
          <a:xfrm>
            <a:off x="0" y="-14288"/>
            <a:ext cx="1042988" cy="1221786"/>
          </a:xfrm>
          <a:prstGeom prst="rect">
            <a:avLst/>
          </a:prstGeom>
        </p:spPr>
      </p:pic>
      <p:pic>
        <p:nvPicPr>
          <p:cNvPr id="8" name="Picture 7"/>
          <p:cNvPicPr>
            <a:picLocks noChangeAspect="1"/>
          </p:cNvPicPr>
          <p:nvPr/>
        </p:nvPicPr>
        <p:blipFill>
          <a:blip r:embed="rId2"/>
          <a:stretch>
            <a:fillRect/>
          </a:stretch>
        </p:blipFill>
        <p:spPr>
          <a:xfrm>
            <a:off x="-1" y="6248400"/>
            <a:ext cx="9144001" cy="613831"/>
          </a:xfrm>
          <a:prstGeom prst="rect">
            <a:avLst/>
          </a:prstGeom>
        </p:spPr>
      </p:pic>
      <p:sp>
        <p:nvSpPr>
          <p:cNvPr id="2" name="Title 1"/>
          <p:cNvSpPr txBox="1"/>
          <p:nvPr/>
        </p:nvSpPr>
        <p:spPr>
          <a:xfrm>
            <a:off x="533401" y="1752600"/>
            <a:ext cx="8077200" cy="342900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600" b="1" dirty="0">
                <a:solidFill>
                  <a:srgbClr val="000000"/>
                </a:solidFill>
                <a:effectLst/>
                <a:latin typeface="Times New Roman" panose="02020603050405020304" pitchFamily="18" charset="0"/>
                <a:sym typeface="+mn-ea"/>
              </a:rPr>
              <a:t> PRESENTATION  </a:t>
            </a:r>
            <a:br>
              <a:rPr lang="en-US" sz="3600" b="1" dirty="0">
                <a:solidFill>
                  <a:srgbClr val="000000"/>
                </a:solidFill>
                <a:effectLst/>
                <a:latin typeface="Times New Roman" panose="02020603050405020304" pitchFamily="18" charset="0"/>
                <a:sym typeface="+mn-ea"/>
              </a:rPr>
            </a:br>
            <a:r>
              <a:rPr lang="en-US" sz="3600" b="1" dirty="0">
                <a:solidFill>
                  <a:srgbClr val="000000"/>
                </a:solidFill>
                <a:effectLst/>
                <a:latin typeface="Times New Roman" panose="02020603050405020304" pitchFamily="18" charset="0"/>
                <a:sym typeface="+mn-ea"/>
              </a:rPr>
              <a:t>OF </a:t>
            </a:r>
            <a:br>
              <a:rPr lang="en-US" sz="3600" b="1" dirty="0">
                <a:solidFill>
                  <a:srgbClr val="000000"/>
                </a:solidFill>
                <a:effectLst/>
                <a:latin typeface="Times New Roman" panose="02020603050405020304" pitchFamily="18" charset="0"/>
                <a:sym typeface="+mn-ea"/>
              </a:rPr>
            </a:br>
            <a:r>
              <a:rPr lang="en-US" sz="3600" b="1" dirty="0">
                <a:solidFill>
                  <a:srgbClr val="000000"/>
                </a:solidFill>
                <a:effectLst/>
                <a:latin typeface="Times New Roman" panose="02020603050405020304" pitchFamily="18" charset="0"/>
                <a:sym typeface="+mn-ea"/>
              </a:rPr>
              <a:t>MAJOR PROJECT II</a:t>
            </a:r>
            <a:br>
              <a:rPr lang="en-US" sz="3600" dirty="0">
                <a:solidFill>
                  <a:srgbClr val="000000"/>
                </a:solidFill>
                <a:effectLst/>
                <a:latin typeface="Times New Roman" panose="02020603050405020304" pitchFamily="18" charset="0"/>
                <a:sym typeface="+mn-ea"/>
              </a:rPr>
            </a:br>
            <a:br>
              <a:rPr lang="en-US" sz="3600" dirty="0">
                <a:latin typeface="Times New Roman" panose="02020603050405020304" pitchFamily="18" charset="0"/>
                <a:cs typeface="Times New Roman" panose="02020603050405020304" pitchFamily="18" charset="0"/>
                <a:sym typeface="+mn-ea"/>
              </a:rPr>
            </a:br>
            <a:br>
              <a:rPr lang="en-US" sz="3600" dirty="0">
                <a:latin typeface="Times New Roman" panose="02020603050405020304" pitchFamily="18" charset="0"/>
                <a:cs typeface="Times New Roman" panose="02020603050405020304" pitchFamily="18" charset="0"/>
                <a:sym typeface="+mn-ea"/>
              </a:rPr>
            </a:br>
            <a:endParaRPr lang="en-US" sz="3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B6F15528-21DE-4FAA-801E-634DDDAF4B2B}" type="slidenum">
              <a:rPr lang="en-US" smtClean="0">
                <a:solidFill>
                  <a:prstClr val="black">
                    <a:tint val="75000"/>
                  </a:prstClr>
                </a:solidFill>
              </a:rPr>
            </a:fld>
            <a:endParaRPr lang="en-US">
              <a:solidFill>
                <a:prstClr val="black">
                  <a:tint val="75000"/>
                </a:prstClr>
              </a:solidFill>
            </a:endParaRPr>
          </a:p>
        </p:txBody>
      </p:sp>
      <p:pic>
        <p:nvPicPr>
          <p:cNvPr id="6" name="Picture 5" descr="A picture containing text, clipart&#10;&#10;Description automatically generated"/>
          <p:cNvPicPr>
            <a:picLocks noChangeAspect="1"/>
          </p:cNvPicPr>
          <p:nvPr/>
        </p:nvPicPr>
        <p:blipFill>
          <a:blip r:embed="rId1"/>
          <a:stretch>
            <a:fillRect/>
          </a:stretch>
        </p:blipFill>
        <p:spPr>
          <a:xfrm>
            <a:off x="0" y="-14288"/>
            <a:ext cx="1042988" cy="1221786"/>
          </a:xfrm>
          <a:prstGeom prst="rect">
            <a:avLst/>
          </a:prstGeom>
        </p:spPr>
      </p:pic>
      <p:pic>
        <p:nvPicPr>
          <p:cNvPr id="8" name="Picture 7"/>
          <p:cNvPicPr>
            <a:picLocks noChangeAspect="1"/>
          </p:cNvPicPr>
          <p:nvPr/>
        </p:nvPicPr>
        <p:blipFill>
          <a:blip r:embed="rId2"/>
          <a:stretch>
            <a:fillRect/>
          </a:stretch>
        </p:blipFill>
        <p:spPr>
          <a:xfrm>
            <a:off x="-1" y="6248400"/>
            <a:ext cx="9144001" cy="613831"/>
          </a:xfrm>
          <a:prstGeom prst="rect">
            <a:avLst/>
          </a:prstGeom>
        </p:spPr>
      </p:pic>
      <p:sp>
        <p:nvSpPr>
          <p:cNvPr id="3" name="Content Placeholder 2"/>
          <p:cNvSpPr txBox="1"/>
          <p:nvPr/>
        </p:nvSpPr>
        <p:spPr>
          <a:xfrm>
            <a:off x="457200" y="990600"/>
            <a:ext cx="8229600" cy="4876800"/>
          </a:xfrm>
          <a:prstGeom prst="rect">
            <a:avLst/>
          </a:prstGeom>
        </p:spPr>
        <p:txBody>
          <a:bodyPr>
            <a:normAutofit fontScale="25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nSpc>
                <a:spcPct val="170000"/>
              </a:lnSpc>
              <a:buFont typeface="Wingdings" panose="05000000000000000000" pitchFamily="2" charset="2"/>
              <a:buChar char="q"/>
            </a:pPr>
            <a:r>
              <a:rPr lang="en-US" sz="5600" cap="all" dirty="0">
                <a:latin typeface="Times New Roman" panose="02020603050405020304" pitchFamily="18" charset="0"/>
                <a:cs typeface="Times New Roman" panose="02020603050405020304" pitchFamily="18" charset="0"/>
                <a:sym typeface="+mn-ea"/>
              </a:rPr>
              <a:t>Introduction</a:t>
            </a:r>
            <a:endParaRPr lang="en-US" sz="5600" cap="all" dirty="0">
              <a:latin typeface="Times New Roman" panose="02020603050405020304" pitchFamily="18" charset="0"/>
              <a:cs typeface="Times New Roman" panose="02020603050405020304" pitchFamily="18" charset="0"/>
            </a:endParaRPr>
          </a:p>
          <a:p>
            <a:pPr>
              <a:lnSpc>
                <a:spcPct val="170000"/>
              </a:lnSpc>
              <a:buFont typeface="Wingdings" panose="05000000000000000000" pitchFamily="2" charset="2"/>
              <a:buChar char="q"/>
            </a:pPr>
            <a:r>
              <a:rPr lang="en-US" sz="5600" cap="all" dirty="0">
                <a:latin typeface="Times New Roman" panose="02020603050405020304" pitchFamily="18" charset="0"/>
                <a:cs typeface="Times New Roman" panose="02020603050405020304" pitchFamily="18" charset="0"/>
                <a:sym typeface="+mn-ea"/>
              </a:rPr>
              <a:t>PRISMA CHART</a:t>
            </a:r>
            <a:endParaRPr lang="en-US" sz="5600" cap="all" dirty="0">
              <a:latin typeface="Times New Roman" panose="02020603050405020304" pitchFamily="18" charset="0"/>
              <a:cs typeface="Times New Roman" panose="02020603050405020304" pitchFamily="18" charset="0"/>
            </a:endParaRPr>
          </a:p>
          <a:p>
            <a:pPr>
              <a:lnSpc>
                <a:spcPct val="170000"/>
              </a:lnSpc>
              <a:buFont typeface="Wingdings" panose="05000000000000000000" pitchFamily="2" charset="2"/>
              <a:buChar char="q"/>
            </a:pPr>
            <a:r>
              <a:rPr lang="en-US" sz="5600" cap="all" dirty="0">
                <a:latin typeface="Times New Roman" panose="02020603050405020304" pitchFamily="18" charset="0"/>
                <a:cs typeface="Times New Roman" panose="02020603050405020304" pitchFamily="18" charset="0"/>
                <a:sym typeface="+mn-ea"/>
              </a:rPr>
              <a:t>Literature survey and Research gap analysis</a:t>
            </a:r>
            <a:endParaRPr lang="en-US" sz="5600" cap="all" dirty="0">
              <a:latin typeface="Times New Roman" panose="02020603050405020304" pitchFamily="18" charset="0"/>
              <a:cs typeface="Times New Roman" panose="02020603050405020304" pitchFamily="18" charset="0"/>
            </a:endParaRPr>
          </a:p>
          <a:p>
            <a:pPr>
              <a:lnSpc>
                <a:spcPct val="170000"/>
              </a:lnSpc>
              <a:buFont typeface="Wingdings" panose="05000000000000000000" pitchFamily="2" charset="2"/>
              <a:buChar char="q"/>
            </a:pPr>
            <a:r>
              <a:rPr lang="en-US" sz="5600" cap="all" dirty="0">
                <a:latin typeface="Times New Roman" panose="02020603050405020304" pitchFamily="18" charset="0"/>
                <a:cs typeface="Times New Roman" panose="02020603050405020304" pitchFamily="18" charset="0"/>
                <a:sym typeface="+mn-ea"/>
              </a:rPr>
              <a:t>Summary </a:t>
            </a:r>
            <a:r>
              <a:rPr lang="en-US" sz="5600" cap="all" dirty="0">
                <a:latin typeface="Times New Roman" panose="02020603050405020304" pitchFamily="18" charset="0"/>
                <a:cs typeface="Times New Roman" panose="02020603050405020304" pitchFamily="18" charset="0"/>
                <a:sym typeface="+mn-ea"/>
              </a:rPr>
              <a:t>of Research Gap</a:t>
            </a:r>
            <a:endParaRPr lang="en-US" sz="5600" cap="all" dirty="0">
              <a:latin typeface="Times New Roman" panose="02020603050405020304" pitchFamily="18" charset="0"/>
              <a:cs typeface="Times New Roman" panose="02020603050405020304" pitchFamily="18" charset="0"/>
            </a:endParaRPr>
          </a:p>
          <a:p>
            <a:pPr>
              <a:lnSpc>
                <a:spcPct val="170000"/>
              </a:lnSpc>
              <a:buFont typeface="Wingdings" panose="05000000000000000000" pitchFamily="2" charset="2"/>
              <a:buChar char="q"/>
            </a:pPr>
            <a:r>
              <a:rPr lang="en-US" sz="5600" cap="all" dirty="0">
                <a:latin typeface="Times New Roman" panose="02020603050405020304" pitchFamily="18" charset="0"/>
                <a:cs typeface="Times New Roman" panose="02020603050405020304" pitchFamily="18" charset="0"/>
                <a:sym typeface="+mn-ea"/>
              </a:rPr>
              <a:t>Research Question</a:t>
            </a:r>
            <a:endParaRPr lang="en-US" sz="5600" cap="all" dirty="0">
              <a:latin typeface="Times New Roman" panose="02020603050405020304" pitchFamily="18" charset="0"/>
              <a:cs typeface="Times New Roman" panose="02020603050405020304" pitchFamily="18" charset="0"/>
            </a:endParaRPr>
          </a:p>
          <a:p>
            <a:pPr>
              <a:lnSpc>
                <a:spcPct val="170000"/>
              </a:lnSpc>
              <a:buFont typeface="Wingdings" panose="05000000000000000000" pitchFamily="2" charset="2"/>
              <a:buChar char="q"/>
            </a:pPr>
            <a:r>
              <a:rPr lang="en-US" sz="5600" cap="all" dirty="0">
                <a:latin typeface="Times New Roman" panose="02020603050405020304" pitchFamily="18" charset="0"/>
                <a:cs typeface="Times New Roman" panose="02020603050405020304" pitchFamily="18" charset="0"/>
                <a:sym typeface="+mn-ea"/>
              </a:rPr>
              <a:t>Aim</a:t>
            </a:r>
            <a:endParaRPr lang="en-US" sz="5600" cap="all" dirty="0">
              <a:latin typeface="Times New Roman" panose="02020603050405020304" pitchFamily="18" charset="0"/>
              <a:cs typeface="Times New Roman" panose="02020603050405020304" pitchFamily="18" charset="0"/>
            </a:endParaRPr>
          </a:p>
          <a:p>
            <a:pPr>
              <a:lnSpc>
                <a:spcPct val="170000"/>
              </a:lnSpc>
              <a:buFont typeface="Wingdings" panose="05000000000000000000" pitchFamily="2" charset="2"/>
              <a:buChar char="q"/>
            </a:pPr>
            <a:r>
              <a:rPr lang="en-US" sz="5600" cap="all" dirty="0">
                <a:latin typeface="Times New Roman" panose="02020603050405020304" pitchFamily="18" charset="0"/>
                <a:cs typeface="Times New Roman" panose="02020603050405020304" pitchFamily="18" charset="0"/>
                <a:sym typeface="+mn-ea"/>
              </a:rPr>
              <a:t>Objectives</a:t>
            </a:r>
            <a:endParaRPr lang="en-US" sz="5600" cap="all" dirty="0">
              <a:latin typeface="Times New Roman" panose="02020603050405020304" pitchFamily="18" charset="0"/>
              <a:cs typeface="Times New Roman" panose="02020603050405020304" pitchFamily="18" charset="0"/>
            </a:endParaRPr>
          </a:p>
          <a:p>
            <a:pPr>
              <a:lnSpc>
                <a:spcPct val="170000"/>
              </a:lnSpc>
              <a:buFont typeface="Wingdings" panose="05000000000000000000" pitchFamily="2" charset="2"/>
              <a:buChar char="q"/>
            </a:pPr>
            <a:r>
              <a:rPr lang="en-US" sz="5600" cap="all" dirty="0">
                <a:latin typeface="Times New Roman" panose="02020603050405020304" pitchFamily="18" charset="0"/>
                <a:cs typeface="Times New Roman" panose="02020603050405020304" pitchFamily="18" charset="0"/>
                <a:sym typeface="+mn-ea"/>
              </a:rPr>
              <a:t>Methodology</a:t>
            </a:r>
            <a:endParaRPr lang="en-US" sz="5600" cap="all" dirty="0">
              <a:latin typeface="Times New Roman" panose="02020603050405020304" pitchFamily="18" charset="0"/>
              <a:cs typeface="Times New Roman" panose="02020603050405020304" pitchFamily="18" charset="0"/>
            </a:endParaRPr>
          </a:p>
          <a:p>
            <a:pPr>
              <a:lnSpc>
                <a:spcPct val="170000"/>
              </a:lnSpc>
              <a:buFont typeface="Wingdings" panose="05000000000000000000" pitchFamily="2" charset="2"/>
              <a:buChar char="q"/>
            </a:pPr>
            <a:r>
              <a:rPr lang="en-US" sz="5600" cap="all" dirty="0">
                <a:latin typeface="Times New Roman" panose="02020603050405020304" pitchFamily="18" charset="0"/>
                <a:cs typeface="Times New Roman" panose="02020603050405020304" pitchFamily="18" charset="0"/>
                <a:sym typeface="+mn-ea"/>
              </a:rPr>
              <a:t>PROGRESS </a:t>
            </a:r>
            <a:endParaRPr lang="en-US" sz="5600" cap="all" dirty="0">
              <a:latin typeface="Times New Roman" panose="02020603050405020304" pitchFamily="18" charset="0"/>
              <a:cs typeface="Times New Roman" panose="02020603050405020304" pitchFamily="18" charset="0"/>
            </a:endParaRPr>
          </a:p>
          <a:p>
            <a:pPr>
              <a:lnSpc>
                <a:spcPct val="170000"/>
              </a:lnSpc>
              <a:buFont typeface="Wingdings" panose="05000000000000000000" pitchFamily="2" charset="2"/>
              <a:buChar char="q"/>
            </a:pPr>
            <a:r>
              <a:rPr lang="en-US" sz="5600" cap="all" dirty="0">
                <a:latin typeface="Times New Roman" panose="02020603050405020304" pitchFamily="18" charset="0"/>
                <a:cs typeface="Times New Roman" panose="02020603050405020304" pitchFamily="18" charset="0"/>
                <a:sym typeface="+mn-ea"/>
              </a:rPr>
              <a:t>RESULTS</a:t>
            </a:r>
            <a:endParaRPr lang="en-US" sz="5600" cap="all" dirty="0">
              <a:latin typeface="Times New Roman" panose="02020603050405020304" pitchFamily="18" charset="0"/>
              <a:cs typeface="Times New Roman" panose="02020603050405020304" pitchFamily="18" charset="0"/>
            </a:endParaRPr>
          </a:p>
          <a:p>
            <a:pPr>
              <a:lnSpc>
                <a:spcPct val="170000"/>
              </a:lnSpc>
              <a:buFont typeface="Wingdings" panose="05000000000000000000" pitchFamily="2" charset="2"/>
              <a:buChar char="q"/>
            </a:pPr>
            <a:r>
              <a:rPr lang="en-US" sz="5600" cap="all" dirty="0">
                <a:latin typeface="Times New Roman" panose="02020603050405020304" pitchFamily="18" charset="0"/>
                <a:cs typeface="Times New Roman" panose="02020603050405020304" pitchFamily="18" charset="0"/>
                <a:sym typeface="+mn-ea"/>
              </a:rPr>
              <a:t>CONCLUSION</a:t>
            </a:r>
            <a:endParaRPr lang="en-US" sz="5600" cap="all" dirty="0">
              <a:latin typeface="Times New Roman" panose="02020603050405020304" pitchFamily="18" charset="0"/>
              <a:cs typeface="Times New Roman" panose="02020603050405020304" pitchFamily="18" charset="0"/>
            </a:endParaRPr>
          </a:p>
          <a:p>
            <a:pPr>
              <a:lnSpc>
                <a:spcPct val="170000"/>
              </a:lnSpc>
              <a:buFont typeface="Wingdings" panose="05000000000000000000" pitchFamily="2" charset="2"/>
              <a:buChar char="q"/>
            </a:pPr>
            <a:r>
              <a:rPr lang="en-US" sz="5600" cap="all" dirty="0">
                <a:latin typeface="Times New Roman" panose="02020603050405020304" pitchFamily="18" charset="0"/>
                <a:cs typeface="Times New Roman" panose="02020603050405020304" pitchFamily="18" charset="0"/>
                <a:sym typeface="+mn-ea"/>
              </a:rPr>
              <a:t> REFERENCES</a:t>
            </a:r>
            <a:endParaRPr lang="en-US" sz="5600" cap="all" dirty="0">
              <a:latin typeface="Times New Roman" panose="02020603050405020304" pitchFamily="18" charset="0"/>
              <a:cs typeface="Times New Roman" panose="02020603050405020304" pitchFamily="18" charset="0"/>
            </a:endParaRPr>
          </a:p>
          <a:p>
            <a:pPr>
              <a:lnSpc>
                <a:spcPct val="200000"/>
              </a:lnSpc>
              <a:buFont typeface="Wingdings" panose="05000000000000000000" pitchFamily="2" charset="2"/>
              <a:buChar char="q"/>
            </a:pPr>
            <a:endParaRPr lang="en-US" sz="5600" dirty="0"/>
          </a:p>
          <a:p>
            <a:endParaRPr lang="en-US" sz="5600" dirty="0"/>
          </a:p>
          <a:p>
            <a:endParaRPr lang="en-US" sz="5600" dirty="0"/>
          </a:p>
          <a:p>
            <a:endParaRPr lang="en-US" sz="5600" dirty="0"/>
          </a:p>
          <a:p>
            <a:endParaRPr lang="en-US" sz="5600" dirty="0"/>
          </a:p>
          <a:p>
            <a:endParaRPr lang="en-US" sz="5600" dirty="0"/>
          </a:p>
          <a:p>
            <a:endParaRPr lang="en-US" sz="5600" dirty="0"/>
          </a:p>
          <a:p>
            <a:endParaRPr lang="en-US" sz="5600" dirty="0"/>
          </a:p>
        </p:txBody>
      </p:sp>
      <p:sp>
        <p:nvSpPr>
          <p:cNvPr id="4" name="Title 1"/>
          <p:cNvSpPr>
            <a:spLocks noGrp="1"/>
          </p:cNvSpPr>
          <p:nvPr>
            <p:ph type="title"/>
          </p:nvPr>
        </p:nvSpPr>
        <p:spPr>
          <a:xfrm>
            <a:off x="2133600" y="381000"/>
            <a:ext cx="3962400" cy="609600"/>
          </a:xfrm>
        </p:spPr>
        <p:txBody>
          <a:bodyPr>
            <a:noAutofit/>
          </a:bodyPr>
          <a:lstStyle/>
          <a:p>
            <a:r>
              <a:rPr lang="en-US" sz="3200" b="1" dirty="0">
                <a:latin typeface="Times New Roman" panose="02020603050405020304" pitchFamily="18" charset="0"/>
                <a:cs typeface="Times New Roman" panose="02020603050405020304" pitchFamily="18" charset="0"/>
              </a:rPr>
              <a:t>CONTENTS</a:t>
            </a:r>
            <a:br>
              <a:rPr lang="en-US" sz="3200" b="1" dirty="0">
                <a:latin typeface="Times New Roman" panose="02020603050405020304" pitchFamily="18" charset="0"/>
                <a:cs typeface="Times New Roman" panose="02020603050405020304" pitchFamily="18" charset="0"/>
              </a:rPr>
            </a:br>
            <a:endParaRPr lang="en-US" sz="32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B6F15528-21DE-4FAA-801E-634DDDAF4B2B}" type="slidenum">
              <a:rPr lang="en-US" smtClean="0">
                <a:solidFill>
                  <a:prstClr val="black">
                    <a:tint val="75000"/>
                  </a:prstClr>
                </a:solidFill>
              </a:rPr>
            </a:fld>
            <a:endParaRPr lang="en-US">
              <a:solidFill>
                <a:prstClr val="black">
                  <a:tint val="75000"/>
                </a:prstClr>
              </a:solidFill>
            </a:endParaRPr>
          </a:p>
        </p:txBody>
      </p:sp>
      <p:pic>
        <p:nvPicPr>
          <p:cNvPr id="6" name="Picture 5" descr="A picture containing text, clipart&#10;&#10;Description automatically generated"/>
          <p:cNvPicPr>
            <a:picLocks noChangeAspect="1"/>
          </p:cNvPicPr>
          <p:nvPr/>
        </p:nvPicPr>
        <p:blipFill>
          <a:blip r:embed="rId1"/>
          <a:stretch>
            <a:fillRect/>
          </a:stretch>
        </p:blipFill>
        <p:spPr>
          <a:xfrm>
            <a:off x="0" y="-14288"/>
            <a:ext cx="1042988" cy="1221786"/>
          </a:xfrm>
          <a:prstGeom prst="rect">
            <a:avLst/>
          </a:prstGeom>
        </p:spPr>
      </p:pic>
      <p:pic>
        <p:nvPicPr>
          <p:cNvPr id="8" name="Picture 7"/>
          <p:cNvPicPr>
            <a:picLocks noChangeAspect="1"/>
          </p:cNvPicPr>
          <p:nvPr/>
        </p:nvPicPr>
        <p:blipFill>
          <a:blip r:embed="rId2"/>
          <a:stretch>
            <a:fillRect/>
          </a:stretch>
        </p:blipFill>
        <p:spPr>
          <a:xfrm>
            <a:off x="-1" y="6248400"/>
            <a:ext cx="9144001" cy="613831"/>
          </a:xfrm>
          <a:prstGeom prst="rect">
            <a:avLst/>
          </a:prstGeom>
        </p:spPr>
      </p:pic>
      <p:sp>
        <p:nvSpPr>
          <p:cNvPr id="9" name="Title 1"/>
          <p:cNvSpPr>
            <a:spLocks noGrp="1"/>
          </p:cNvSpPr>
          <p:nvPr>
            <p:ph type="title"/>
          </p:nvPr>
        </p:nvSpPr>
        <p:spPr>
          <a:xfrm>
            <a:off x="457200" y="228600"/>
            <a:ext cx="8229600" cy="609600"/>
          </a:xfrm>
        </p:spPr>
        <p:txBody>
          <a:bodyPr>
            <a:normAutofit/>
          </a:bodyPr>
          <a:lstStyle/>
          <a:p>
            <a:r>
              <a:rPr lang="en-US" sz="3200" dirty="0" smtClean="0">
                <a:latin typeface="Times New Roman" panose="02020603050405020304" pitchFamily="18" charset="0"/>
                <a:cs typeface="Times New Roman" panose="02020603050405020304" pitchFamily="18" charset="0"/>
              </a:rPr>
              <a:t>I</a:t>
            </a:r>
            <a:r>
              <a:rPr lang="en-US" sz="3200" cap="all" dirty="0">
                <a:latin typeface="Times New Roman" panose="02020603050405020304" pitchFamily="18" charset="0"/>
                <a:cs typeface="Times New Roman" panose="02020603050405020304" pitchFamily="18" charset="0"/>
                <a:sym typeface="+mn-ea"/>
              </a:rPr>
              <a:t>ntroduction</a:t>
            </a:r>
            <a:endParaRPr lang="en-IN" sz="3200" dirty="0">
              <a:latin typeface="Times New Roman" panose="02020603050405020304" pitchFamily="18" charset="0"/>
              <a:cs typeface="Times New Roman" panose="02020603050405020304" pitchFamily="18" charset="0"/>
            </a:endParaRPr>
          </a:p>
        </p:txBody>
      </p:sp>
      <p:sp>
        <p:nvSpPr>
          <p:cNvPr id="3" name="TextBox 2"/>
          <p:cNvSpPr txBox="1"/>
          <p:nvPr/>
        </p:nvSpPr>
        <p:spPr>
          <a:xfrm>
            <a:off x="537210" y="982980"/>
            <a:ext cx="8340090" cy="5041265"/>
          </a:xfrm>
          <a:prstGeom prst="rect">
            <a:avLst/>
          </a:prstGeom>
          <a:noFill/>
        </p:spPr>
        <p:txBody>
          <a:bodyPr wrap="square">
            <a:noAutofit/>
          </a:bodyPr>
          <a:p>
            <a:pPr indent="0" algn="just">
              <a:buNone/>
            </a:pPr>
            <a:r>
              <a:rPr lang="en-US" altLang="en-US" sz="2400" dirty="0">
                <a:latin typeface="Times New Roman" panose="02020603050405020304" pitchFamily="18" charset="0"/>
                <a:cs typeface="Times New Roman" panose="02020603050405020304" pitchFamily="18" charset="0"/>
              </a:rPr>
              <a:t>Hospital readmission is a critical burden that escalates healthcare costs and signals gaps in patient recovery and post-discharge care</a:t>
            </a:r>
            <a:r>
              <a:rPr lang="en-US" sz="2400" dirty="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p>
            <a:pPr indent="0" algn="just">
              <a:buNone/>
            </a:pPr>
            <a:endParaRPr lang="en-US" sz="2400" dirty="0">
              <a:latin typeface="Times New Roman" panose="02020603050405020304" pitchFamily="18" charset="0"/>
              <a:cs typeface="Times New Roman" panose="02020603050405020304" pitchFamily="18" charset="0"/>
            </a:endParaRPr>
          </a:p>
          <a:p>
            <a:pPr indent="0" algn="just">
              <a:buNone/>
            </a:pPr>
            <a:r>
              <a:rPr lang="en-US" altLang="en-US" sz="2400" dirty="0">
                <a:latin typeface="Times New Roman" panose="02020603050405020304" pitchFamily="18" charset="0"/>
                <a:cs typeface="Times New Roman" panose="02020603050405020304" pitchFamily="18" charset="0"/>
              </a:rPr>
              <a:t>This project leverages advanced Machine Learning to forecast readmission risks by identifying patterns within Electronic Health Records (EHR)</a:t>
            </a:r>
            <a:r>
              <a:rPr lang="en-US" sz="2400" dirty="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p>
            <a:pPr indent="0" algn="just">
              <a:buNone/>
            </a:pPr>
            <a:endParaRPr lang="en-US" sz="2400" dirty="0">
              <a:latin typeface="Times New Roman" panose="02020603050405020304" pitchFamily="18" charset="0"/>
              <a:cs typeface="Times New Roman" panose="02020603050405020304" pitchFamily="18" charset="0"/>
            </a:endParaRPr>
          </a:p>
          <a:p>
            <a:pPr indent="0" algn="just">
              <a:buNone/>
            </a:pPr>
            <a:r>
              <a:rPr lang="en-US" altLang="en-US" sz="2400" dirty="0">
                <a:latin typeface="Times New Roman" panose="02020603050405020304" pitchFamily="18" charset="0"/>
                <a:cs typeface="Times New Roman" panose="02020603050405020304" pitchFamily="18" charset="0"/>
              </a:rPr>
              <a:t>The system evaluates a combination of medical history, demographic data, and clinical factors to pinpoint the primary drivers of patient relapse</a:t>
            </a:r>
            <a:r>
              <a:rPr lang="en-US" sz="2400" dirty="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p>
            <a:pPr indent="0" algn="just">
              <a:buNone/>
            </a:pPr>
            <a:endParaRPr lang="en-US" sz="2400" dirty="0">
              <a:latin typeface="Times New Roman" panose="02020603050405020304" pitchFamily="18" charset="0"/>
              <a:cs typeface="Times New Roman" panose="02020603050405020304" pitchFamily="18" charset="0"/>
            </a:endParaRPr>
          </a:p>
          <a:p>
            <a:pPr indent="0" algn="just">
              <a:buNone/>
            </a:pPr>
            <a:r>
              <a:rPr lang="en-US" altLang="en-US" sz="2400" dirty="0">
                <a:latin typeface="Times New Roman" panose="02020603050405020304" pitchFamily="18" charset="0"/>
                <a:cs typeface="Times New Roman" panose="02020603050405020304" pitchFamily="18" charset="0"/>
              </a:rPr>
              <a:t>By enabling proactive and personalized interventions, the framework supports hospitals in reducing costs and improving the overall quality of patient outcomes</a:t>
            </a:r>
            <a:r>
              <a:rPr lang="en-US" sz="2400" dirty="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p>
            <a:pPr indent="0" algn="just">
              <a:buNone/>
            </a:pP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B6F15528-21DE-4FAA-801E-634DDDAF4B2B}" type="slidenum">
              <a:rPr lang="en-US" smtClean="0">
                <a:solidFill>
                  <a:prstClr val="black">
                    <a:tint val="75000"/>
                  </a:prstClr>
                </a:solidFill>
              </a:rPr>
            </a:fld>
            <a:endParaRPr lang="en-US">
              <a:solidFill>
                <a:prstClr val="black">
                  <a:tint val="75000"/>
                </a:prstClr>
              </a:solidFill>
            </a:endParaRPr>
          </a:p>
        </p:txBody>
      </p:sp>
      <p:pic>
        <p:nvPicPr>
          <p:cNvPr id="6" name="Picture 5" descr="A picture containing text, clipart&#10;&#10;Description automatically generated"/>
          <p:cNvPicPr>
            <a:picLocks noChangeAspect="1"/>
          </p:cNvPicPr>
          <p:nvPr/>
        </p:nvPicPr>
        <p:blipFill>
          <a:blip r:embed="rId1"/>
          <a:stretch>
            <a:fillRect/>
          </a:stretch>
        </p:blipFill>
        <p:spPr>
          <a:xfrm>
            <a:off x="0" y="-14288"/>
            <a:ext cx="1042988" cy="1221786"/>
          </a:xfrm>
          <a:prstGeom prst="rect">
            <a:avLst/>
          </a:prstGeom>
        </p:spPr>
      </p:pic>
      <p:pic>
        <p:nvPicPr>
          <p:cNvPr id="8" name="Picture 7"/>
          <p:cNvPicPr>
            <a:picLocks noChangeAspect="1"/>
          </p:cNvPicPr>
          <p:nvPr/>
        </p:nvPicPr>
        <p:blipFill>
          <a:blip r:embed="rId2"/>
          <a:stretch>
            <a:fillRect/>
          </a:stretch>
        </p:blipFill>
        <p:spPr>
          <a:xfrm>
            <a:off x="-1" y="6248400"/>
            <a:ext cx="9144001" cy="613831"/>
          </a:xfrm>
          <a:prstGeom prst="rect">
            <a:avLst/>
          </a:prstGeom>
        </p:spPr>
      </p:pic>
      <p:sp>
        <p:nvSpPr>
          <p:cNvPr id="9" name="Title 1"/>
          <p:cNvSpPr>
            <a:spLocks noGrp="1"/>
          </p:cNvSpPr>
          <p:nvPr>
            <p:ph type="title"/>
          </p:nvPr>
        </p:nvSpPr>
        <p:spPr>
          <a:xfrm>
            <a:off x="457200" y="122555"/>
            <a:ext cx="8229600" cy="873760"/>
          </a:xfrm>
        </p:spPr>
        <p:txBody>
          <a:bodyPr>
            <a:normAutofit/>
          </a:bodyPr>
          <a:lstStyle/>
          <a:p>
            <a:r>
              <a:rPr lang="en-US" altLang="en-US" sz="3200" dirty="0">
                <a:latin typeface="Times New Roman" panose="02020603050405020304" pitchFamily="18" charset="0"/>
                <a:cs typeface="Times New Roman" panose="02020603050405020304" pitchFamily="18" charset="0"/>
              </a:rPr>
              <a:t>Advantages</a:t>
            </a:r>
            <a:endParaRPr lang="en-US" altLang="en-US" sz="3200" dirty="0">
              <a:latin typeface="Times New Roman" panose="02020603050405020304" pitchFamily="18" charset="0"/>
              <a:cs typeface="Times New Roman" panose="02020603050405020304" pitchFamily="18" charset="0"/>
            </a:endParaRPr>
          </a:p>
        </p:txBody>
      </p:sp>
      <p:sp>
        <p:nvSpPr>
          <p:cNvPr id="3" name="TextBox 2"/>
          <p:cNvSpPr txBox="1"/>
          <p:nvPr/>
        </p:nvSpPr>
        <p:spPr>
          <a:xfrm>
            <a:off x="537210" y="1167130"/>
            <a:ext cx="8166100" cy="4857115"/>
          </a:xfrm>
          <a:prstGeom prst="rect">
            <a:avLst/>
          </a:prstGeom>
          <a:noFill/>
        </p:spPr>
        <p:txBody>
          <a:bodyPr wrap="square">
            <a:noAutofit/>
          </a:bodyPr>
          <a:p>
            <a:pPr indent="0" algn="just">
              <a:buNone/>
            </a:pPr>
            <a:r>
              <a:rPr lang="en-US" altLang="en-US" sz="2400" b="1" dirty="0">
                <a:latin typeface="Times New Roman" panose="02020603050405020304" pitchFamily="18" charset="0"/>
                <a:cs typeface="Times New Roman" panose="02020603050405020304" pitchFamily="18" charset="0"/>
              </a:rPr>
              <a:t>Advantages from the Hospital’s Point of View</a:t>
            </a:r>
            <a:endParaRPr lang="en-US" altLang="en-US" sz="2400" b="1" dirty="0">
              <a:latin typeface="Times New Roman" panose="02020603050405020304" pitchFamily="18" charset="0"/>
              <a:cs typeface="Times New Roman" panose="02020603050405020304" pitchFamily="18" charset="0"/>
            </a:endParaRPr>
          </a:p>
          <a:p>
            <a:pPr indent="0" algn="just">
              <a:buNone/>
            </a:pPr>
            <a:endParaRPr lang="en-US" altLang="en-US" sz="2400" b="1" dirty="0">
              <a:latin typeface="Times New Roman" panose="02020603050405020304" pitchFamily="18" charset="0"/>
              <a:cs typeface="Times New Roman" panose="02020603050405020304" pitchFamily="18" charset="0"/>
            </a:endParaRPr>
          </a:p>
        </p:txBody>
      </p:sp>
      <p:graphicFrame>
        <p:nvGraphicFramePr>
          <p:cNvPr id="10" name="Content Placeholder 9"/>
          <p:cNvGraphicFramePr/>
          <p:nvPr>
            <p:ph idx="1"/>
            <p:custDataLst>
              <p:tags r:id="rId3"/>
            </p:custDataLst>
          </p:nvPr>
        </p:nvGraphicFramePr>
        <p:xfrm>
          <a:off x="457200" y="1600200"/>
          <a:ext cx="8263890" cy="4231640"/>
        </p:xfrm>
        <a:graphic>
          <a:graphicData uri="http://schemas.openxmlformats.org/drawingml/2006/table">
            <a:tbl>
              <a:tblPr firstRow="1" bandRow="1">
                <a:tableStyleId>{5C22544A-7EE6-4342-B048-85BDC9FD1C3A}</a:tableStyleId>
              </a:tblPr>
              <a:tblGrid>
                <a:gridCol w="1639570"/>
                <a:gridCol w="2008505"/>
                <a:gridCol w="4615815"/>
              </a:tblGrid>
              <a:tr h="828040">
                <a:tc>
                  <a:txBody>
                    <a:bodyPr/>
                    <a:p>
                      <a:pPr algn="ctr"/>
                      <a:r>
                        <a:rPr sz="1400">
                          <a:latin typeface="Times New Roman" panose="02020603050405020304" pitchFamily="18" charset="0"/>
                          <a:cs typeface="Times New Roman" panose="02020603050405020304" pitchFamily="18" charset="0"/>
                        </a:rPr>
                        <a:t>Aspect</a:t>
                      </a:r>
                      <a:endParaRPr sz="1400">
                        <a:latin typeface="Times New Roman" panose="02020603050405020304" pitchFamily="18" charset="0"/>
                        <a:cs typeface="Times New Roman" panose="02020603050405020304" pitchFamily="18" charset="0"/>
                      </a:endParaRPr>
                    </a:p>
                  </a:txBody>
                  <a:tcPr marL="0" marR="0" marT="0" marB="0" anchor="ctr" anchorCtr="0"/>
                </a:tc>
                <a:tc>
                  <a:txBody>
                    <a:bodyPr/>
                    <a:p>
                      <a:pPr algn="ctr"/>
                      <a:r>
                        <a:rPr sz="1400">
                          <a:latin typeface="Times New Roman" panose="02020603050405020304" pitchFamily="18" charset="0"/>
                          <a:cs typeface="Times New Roman" panose="02020603050405020304" pitchFamily="18" charset="0"/>
                        </a:rPr>
                        <a:t>Benefit to Patients</a:t>
                      </a:r>
                      <a:endParaRPr sz="1400">
                        <a:latin typeface="Times New Roman" panose="02020603050405020304" pitchFamily="18" charset="0"/>
                        <a:cs typeface="Times New Roman" panose="02020603050405020304" pitchFamily="18" charset="0"/>
                      </a:endParaRPr>
                    </a:p>
                  </a:txBody>
                  <a:tcPr marL="0" marR="0" marT="0" marB="0" anchor="ctr" anchorCtr="0"/>
                </a:tc>
                <a:tc>
                  <a:txBody>
                    <a:bodyPr/>
                    <a:p>
                      <a:pPr algn="ctr"/>
                      <a:r>
                        <a:rPr sz="1400">
                          <a:latin typeface="Times New Roman" panose="02020603050405020304" pitchFamily="18" charset="0"/>
                          <a:cs typeface="Times New Roman" panose="02020603050405020304" pitchFamily="18" charset="0"/>
                        </a:rPr>
                        <a:t>Explanation</a:t>
                      </a:r>
                      <a:endParaRPr sz="1400">
                        <a:latin typeface="Times New Roman" panose="02020603050405020304" pitchFamily="18" charset="0"/>
                        <a:cs typeface="Times New Roman" panose="02020603050405020304" pitchFamily="18" charset="0"/>
                      </a:endParaRPr>
                    </a:p>
                  </a:txBody>
                  <a:tcPr marL="0" marR="0" marT="0" marB="0" anchor="ctr" anchorCtr="0"/>
                </a:tc>
              </a:tr>
              <a:tr h="851535">
                <a:tc>
                  <a:txBody>
                    <a:bodyPr/>
                    <a:p>
                      <a:pPr algn="ctr"/>
                      <a:r>
                        <a:rPr sz="1400">
                          <a:latin typeface="Times New Roman" panose="02020603050405020304" pitchFamily="18" charset="0"/>
                          <a:cs typeface="Times New Roman" panose="02020603050405020304" pitchFamily="18" charset="0"/>
                        </a:rPr>
                        <a:t>1.</a:t>
                      </a:r>
                      <a:r>
                        <a:rPr lang="en-US" altLang="en-US" sz="1400">
                          <a:latin typeface="Times New Roman" panose="02020603050405020304" pitchFamily="18" charset="0"/>
                          <a:cs typeface="Times New Roman" panose="02020603050405020304" pitchFamily="18" charset="0"/>
                        </a:rPr>
                        <a:t>Regulatory Compliance</a:t>
                      </a:r>
                      <a:endParaRPr lang="en-US" altLang="en-US" sz="1400">
                        <a:latin typeface="Times New Roman" panose="02020603050405020304" pitchFamily="18" charset="0"/>
                        <a:cs typeface="Times New Roman" panose="02020603050405020304" pitchFamily="18" charset="0"/>
                      </a:endParaRPr>
                    </a:p>
                  </a:txBody>
                  <a:tcPr marL="0" marR="0" marT="0" marB="0" anchor="ctr" anchorCtr="0"/>
                </a:tc>
                <a:tc>
                  <a:txBody>
                    <a:bodyPr/>
                    <a:p>
                      <a:pPr algn="ctr"/>
                      <a:r>
                        <a:rPr lang="en-US" altLang="en-US" sz="1400">
                          <a:latin typeface="Times New Roman" panose="02020603050405020304" pitchFamily="18" charset="0"/>
                          <a:cs typeface="Times New Roman" panose="02020603050405020304" pitchFamily="18" charset="0"/>
                        </a:rPr>
                        <a:t>GDPR &amp; HIPAA Alignment</a:t>
                      </a:r>
                      <a:endParaRPr lang="en-US" altLang="en-US" sz="1400">
                        <a:latin typeface="Times New Roman" panose="02020603050405020304" pitchFamily="18" charset="0"/>
                        <a:cs typeface="Times New Roman" panose="02020603050405020304" pitchFamily="18" charset="0"/>
                      </a:endParaRPr>
                    </a:p>
                  </a:txBody>
                  <a:tcPr marL="0" marR="0" marT="0" marB="0" anchor="ctr" anchorCtr="0"/>
                </a:tc>
                <a:tc>
                  <a:txBody>
                    <a:bodyPr/>
                    <a:p>
                      <a:pPr algn="ctr"/>
                      <a:r>
                        <a:rPr lang="en-US" altLang="en-US" sz="1400">
                          <a:latin typeface="Times New Roman" panose="02020603050405020304" pitchFamily="18" charset="0"/>
                          <a:cs typeface="Times New Roman" panose="02020603050405020304" pitchFamily="18" charset="0"/>
                        </a:rPr>
                        <a:t>Federated Learning bypasses the legal complexities of sharing raw patient data, ensuring full compliance with privacy laws.</a:t>
                      </a:r>
                      <a:endParaRPr lang="en-US" altLang="en-US" sz="1400">
                        <a:latin typeface="Times New Roman" panose="02020603050405020304" pitchFamily="18" charset="0"/>
                        <a:cs typeface="Times New Roman" panose="02020603050405020304" pitchFamily="18" charset="0"/>
                      </a:endParaRPr>
                    </a:p>
                  </a:txBody>
                  <a:tcPr marL="0" marR="0" marT="0" marB="0" anchor="ctr" anchorCtr="0"/>
                </a:tc>
              </a:tr>
              <a:tr h="850900">
                <a:tc>
                  <a:txBody>
                    <a:bodyPr/>
                    <a:p>
                      <a:pPr algn="ctr"/>
                      <a:r>
                        <a:rPr sz="1400">
                          <a:latin typeface="Times New Roman" panose="02020603050405020304" pitchFamily="18" charset="0"/>
                          <a:cs typeface="Times New Roman" panose="02020603050405020304" pitchFamily="18" charset="0"/>
                        </a:rPr>
                        <a:t>2.</a:t>
                      </a:r>
                      <a:r>
                        <a:rPr lang="en-US" altLang="en-US" sz="1400">
                          <a:latin typeface="Times New Roman" panose="02020603050405020304" pitchFamily="18" charset="0"/>
                          <a:cs typeface="Times New Roman" panose="02020603050405020304" pitchFamily="18" charset="0"/>
                        </a:rPr>
                        <a:t>Operational Efficiency</a:t>
                      </a:r>
                      <a:endParaRPr lang="en-US" altLang="en-US" sz="1400">
                        <a:latin typeface="Times New Roman" panose="02020603050405020304" pitchFamily="18" charset="0"/>
                        <a:cs typeface="Times New Roman" panose="02020603050405020304" pitchFamily="18" charset="0"/>
                      </a:endParaRPr>
                    </a:p>
                  </a:txBody>
                  <a:tcPr marL="0" marR="0" marT="0" marB="0" anchor="ctr" anchorCtr="0"/>
                </a:tc>
                <a:tc>
                  <a:txBody>
                    <a:bodyPr/>
                    <a:p>
                      <a:pPr algn="ctr"/>
                      <a:r>
                        <a:rPr sz="1400">
                          <a:latin typeface="Times New Roman" panose="02020603050405020304" pitchFamily="18" charset="0"/>
                          <a:cs typeface="Times New Roman" panose="02020603050405020304" pitchFamily="18" charset="0"/>
                        </a:rPr>
                        <a:t>Customized care based on risk scores</a:t>
                      </a:r>
                      <a:endParaRPr sz="1400">
                        <a:latin typeface="Times New Roman" panose="02020603050405020304" pitchFamily="18" charset="0"/>
                        <a:cs typeface="Times New Roman" panose="02020603050405020304" pitchFamily="18" charset="0"/>
                      </a:endParaRPr>
                    </a:p>
                  </a:txBody>
                  <a:tcPr marL="0" marR="0" marT="0" marB="0" anchor="ctr" anchorCtr="0"/>
                </a:tc>
                <a:tc>
                  <a:txBody>
                    <a:bodyPr/>
                    <a:p>
                      <a:pPr algn="ctr"/>
                      <a:r>
                        <a:rPr lang="en-US" altLang="en-US" sz="1400">
                          <a:latin typeface="Times New Roman" panose="02020603050405020304" pitchFamily="18" charset="0"/>
                          <a:cs typeface="Times New Roman" panose="02020603050405020304" pitchFamily="18" charset="0"/>
                        </a:rPr>
                        <a:t>By predicting readmissions, hospitals can allocate beds and staff to patients who need the most post-discharge monitoring.</a:t>
                      </a:r>
                      <a:endParaRPr lang="en-US" altLang="en-US" sz="1400">
                        <a:latin typeface="Times New Roman" panose="02020603050405020304" pitchFamily="18" charset="0"/>
                        <a:cs typeface="Times New Roman" panose="02020603050405020304" pitchFamily="18" charset="0"/>
                      </a:endParaRPr>
                    </a:p>
                  </a:txBody>
                  <a:tcPr marL="0" marR="0" marT="0" marB="0" anchor="ctr" anchorCtr="0"/>
                </a:tc>
              </a:tr>
              <a:tr h="850265">
                <a:tc>
                  <a:txBody>
                    <a:bodyPr/>
                    <a:p>
                      <a:pPr algn="ctr">
                        <a:buNone/>
                      </a:pPr>
                      <a:r>
                        <a:rPr lang="en-US" altLang="en-US" sz="1400">
                          <a:latin typeface="Times New Roman" panose="02020603050405020304" pitchFamily="18" charset="0"/>
                          <a:cs typeface="Times New Roman" panose="02020603050405020304" pitchFamily="18" charset="0"/>
                          <a:sym typeface="+mn-ea"/>
                        </a:rPr>
                        <a:t>3.Financial Health</a:t>
                      </a:r>
                      <a:endParaRPr lang="en-US" altLang="en-US" sz="1400">
                        <a:latin typeface="Times New Roman" panose="02020603050405020304" pitchFamily="18" charset="0"/>
                        <a:cs typeface="Times New Roman" panose="02020603050405020304" pitchFamily="18" charset="0"/>
                      </a:endParaRPr>
                    </a:p>
                    <a:p>
                      <a:pPr algn="ctr">
                        <a:buNone/>
                      </a:pPr>
                      <a:endParaRPr lang="en-US" altLang="en-US" sz="1400">
                        <a:latin typeface="Times New Roman" panose="02020603050405020304" pitchFamily="18" charset="0"/>
                        <a:cs typeface="Times New Roman" panose="02020603050405020304" pitchFamily="18" charset="0"/>
                      </a:endParaRPr>
                    </a:p>
                  </a:txBody>
                  <a:tcPr marL="0" marR="0" marT="0" marB="0" anchor="ctr" anchorCtr="0"/>
                </a:tc>
                <a:tc>
                  <a:txBody>
                    <a:bodyPr/>
                    <a:p>
                      <a:pPr algn="ctr">
                        <a:buNone/>
                      </a:pPr>
                      <a:r>
                        <a:rPr lang="en-US" altLang="en-US" sz="1400">
                          <a:latin typeface="Times New Roman" panose="02020603050405020304" pitchFamily="18" charset="0"/>
                          <a:cs typeface="Times New Roman" panose="02020603050405020304" pitchFamily="18" charset="0"/>
                        </a:rPr>
                        <a:t>Cost Reduction</a:t>
                      </a:r>
                      <a:endParaRPr lang="en-US" altLang="en-US" sz="1400">
                        <a:latin typeface="Times New Roman" panose="02020603050405020304" pitchFamily="18" charset="0"/>
                        <a:cs typeface="Times New Roman" panose="02020603050405020304" pitchFamily="18" charset="0"/>
                      </a:endParaRPr>
                    </a:p>
                  </a:txBody>
                  <a:tcPr marL="0" marR="0" marT="0" marB="0" anchor="ctr" anchorCtr="0"/>
                </a:tc>
                <a:tc>
                  <a:txBody>
                    <a:bodyPr/>
                    <a:p>
                      <a:pPr algn="ctr">
                        <a:buNone/>
                      </a:pPr>
                      <a:r>
                        <a:rPr lang="en-US" altLang="en-US" sz="1400">
                          <a:latin typeface="Times New Roman" panose="02020603050405020304" pitchFamily="18" charset="0"/>
                          <a:cs typeface="Times New Roman" panose="02020603050405020304" pitchFamily="18" charset="0"/>
                        </a:rPr>
                        <a:t>Lowering readmission rates prevents financial penalties and reduces the massive costs associated with treating recurring cases.</a:t>
                      </a:r>
                      <a:endParaRPr lang="en-US" altLang="en-US" sz="1400">
                        <a:latin typeface="Times New Roman" panose="02020603050405020304" pitchFamily="18" charset="0"/>
                        <a:cs typeface="Times New Roman" panose="02020603050405020304" pitchFamily="18" charset="0"/>
                      </a:endParaRPr>
                    </a:p>
                  </a:txBody>
                  <a:tcPr marL="0" marR="0" marT="0" marB="0" anchor="ctr" anchorCtr="0"/>
                </a:tc>
              </a:tr>
              <a:tr h="850900">
                <a:tc>
                  <a:txBody>
                    <a:bodyPr/>
                    <a:p>
                      <a:pPr algn="ctr"/>
                      <a:r>
                        <a:rPr lang="en-US" sz="1400">
                          <a:latin typeface="Times New Roman" panose="02020603050405020304" pitchFamily="18" charset="0"/>
                          <a:cs typeface="Times New Roman" panose="02020603050405020304" pitchFamily="18" charset="0"/>
                        </a:rPr>
                        <a:t>4</a:t>
                      </a:r>
                      <a:r>
                        <a:rPr sz="1400">
                          <a:latin typeface="Times New Roman" panose="02020603050405020304" pitchFamily="18" charset="0"/>
                          <a:cs typeface="Times New Roman" panose="02020603050405020304" pitchFamily="18" charset="0"/>
                        </a:rPr>
                        <a:t>. </a:t>
                      </a:r>
                      <a:r>
                        <a:rPr lang="en-US" altLang="en-US" sz="1400">
                          <a:latin typeface="Times New Roman" panose="02020603050405020304" pitchFamily="18" charset="0"/>
                          <a:cs typeface="Times New Roman" panose="02020603050405020304" pitchFamily="18" charset="0"/>
                        </a:rPr>
                        <a:t>Collaborative Intelligence</a:t>
                      </a:r>
                      <a:endParaRPr lang="en-US" altLang="en-US" sz="1400">
                        <a:latin typeface="Times New Roman" panose="02020603050405020304" pitchFamily="18" charset="0"/>
                        <a:cs typeface="Times New Roman" panose="02020603050405020304" pitchFamily="18" charset="0"/>
                      </a:endParaRPr>
                    </a:p>
                  </a:txBody>
                  <a:tcPr marL="0" marR="0" marT="0" marB="0" anchor="ctr" anchorCtr="0"/>
                </a:tc>
                <a:tc>
                  <a:txBody>
                    <a:bodyPr/>
                    <a:p>
                      <a:pPr algn="ctr"/>
                      <a:r>
                        <a:rPr lang="en-US" altLang="en-US" sz="1400">
                          <a:latin typeface="Times New Roman" panose="02020603050405020304" pitchFamily="18" charset="0"/>
                          <a:cs typeface="Times New Roman" panose="02020603050405020304" pitchFamily="18" charset="0"/>
                        </a:rPr>
                        <a:t>Builds confidence in hospital care</a:t>
                      </a:r>
                      <a:endParaRPr lang="en-US" altLang="en-US" sz="1400">
                        <a:latin typeface="Times New Roman" panose="02020603050405020304" pitchFamily="18" charset="0"/>
                        <a:cs typeface="Times New Roman" panose="02020603050405020304" pitchFamily="18" charset="0"/>
                      </a:endParaRPr>
                    </a:p>
                  </a:txBody>
                  <a:tcPr marL="0" marR="0" marT="0" marB="0" anchor="ctr" anchorCtr="0"/>
                </a:tc>
                <a:tc>
                  <a:txBody>
                    <a:bodyPr/>
                    <a:p>
                      <a:pPr algn="ctr"/>
                      <a:r>
                        <a:rPr lang="en-US" altLang="en-US" sz="1400">
                          <a:latin typeface="Times New Roman" panose="02020603050405020304" pitchFamily="18" charset="0"/>
                          <a:cs typeface="Times New Roman" panose="02020603050405020304" pitchFamily="18" charset="0"/>
                        </a:rPr>
                        <a:t>Hospitals benefit from a global model trained on vast, multi-institutional datasets without compromising their own competitive data.</a:t>
                      </a:r>
                      <a:endParaRPr lang="en-US" altLang="en-US" sz="1400">
                        <a:latin typeface="Times New Roman" panose="02020603050405020304" pitchFamily="18" charset="0"/>
                        <a:cs typeface="Times New Roman" panose="02020603050405020304" pitchFamily="18" charset="0"/>
                      </a:endParaRPr>
                    </a:p>
                  </a:txBody>
                  <a:tcPr marL="0" marR="0" marT="0" marB="0" anchor="ctr" anchorCtr="0"/>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B6F15528-21DE-4FAA-801E-634DDDAF4B2B}" type="slidenum">
              <a:rPr lang="en-US" smtClean="0">
                <a:solidFill>
                  <a:prstClr val="black">
                    <a:tint val="75000"/>
                  </a:prstClr>
                </a:solidFill>
              </a:rPr>
            </a:fld>
            <a:endParaRPr lang="en-US">
              <a:solidFill>
                <a:prstClr val="black">
                  <a:tint val="75000"/>
                </a:prstClr>
              </a:solidFill>
            </a:endParaRPr>
          </a:p>
        </p:txBody>
      </p:sp>
      <p:pic>
        <p:nvPicPr>
          <p:cNvPr id="6" name="Picture 5" descr="A picture containing text, clipart&#10;&#10;Description automatically generated"/>
          <p:cNvPicPr>
            <a:picLocks noChangeAspect="1"/>
          </p:cNvPicPr>
          <p:nvPr/>
        </p:nvPicPr>
        <p:blipFill>
          <a:blip r:embed="rId1"/>
          <a:stretch>
            <a:fillRect/>
          </a:stretch>
        </p:blipFill>
        <p:spPr>
          <a:xfrm>
            <a:off x="0" y="-14288"/>
            <a:ext cx="1042988" cy="1221786"/>
          </a:xfrm>
          <a:prstGeom prst="rect">
            <a:avLst/>
          </a:prstGeom>
        </p:spPr>
      </p:pic>
      <p:pic>
        <p:nvPicPr>
          <p:cNvPr id="8" name="Picture 7"/>
          <p:cNvPicPr>
            <a:picLocks noChangeAspect="1"/>
          </p:cNvPicPr>
          <p:nvPr/>
        </p:nvPicPr>
        <p:blipFill>
          <a:blip r:embed="rId2"/>
          <a:stretch>
            <a:fillRect/>
          </a:stretch>
        </p:blipFill>
        <p:spPr>
          <a:xfrm>
            <a:off x="-1" y="6248400"/>
            <a:ext cx="9144001" cy="613831"/>
          </a:xfrm>
          <a:prstGeom prst="rect">
            <a:avLst/>
          </a:prstGeom>
        </p:spPr>
      </p:pic>
      <p:sp>
        <p:nvSpPr>
          <p:cNvPr id="9" name="Title 1"/>
          <p:cNvSpPr>
            <a:spLocks noGrp="1"/>
          </p:cNvSpPr>
          <p:nvPr>
            <p:ph type="title"/>
          </p:nvPr>
        </p:nvSpPr>
        <p:spPr>
          <a:xfrm>
            <a:off x="457200" y="139065"/>
            <a:ext cx="8229600" cy="803275"/>
          </a:xfrm>
        </p:spPr>
        <p:txBody>
          <a:bodyPr>
            <a:normAutofit/>
          </a:bodyPr>
          <a:lstStyle/>
          <a:p>
            <a:r>
              <a:rPr lang="en-US" altLang="en-US" sz="3200" dirty="0">
                <a:latin typeface="Times New Roman" panose="02020603050405020304" pitchFamily="18" charset="0"/>
                <a:cs typeface="Times New Roman" panose="02020603050405020304" pitchFamily="18" charset="0"/>
              </a:rPr>
              <a:t>Advantages</a:t>
            </a:r>
            <a:endParaRPr lang="en-US" altLang="en-US" sz="3200" dirty="0">
              <a:latin typeface="Times New Roman" panose="02020603050405020304" pitchFamily="18" charset="0"/>
              <a:cs typeface="Times New Roman" panose="02020603050405020304" pitchFamily="18" charset="0"/>
            </a:endParaRPr>
          </a:p>
        </p:txBody>
      </p:sp>
      <p:sp>
        <p:nvSpPr>
          <p:cNvPr id="3" name="TextBox 2"/>
          <p:cNvSpPr txBox="1"/>
          <p:nvPr/>
        </p:nvSpPr>
        <p:spPr>
          <a:xfrm>
            <a:off x="537210" y="1167130"/>
            <a:ext cx="8166100" cy="4857115"/>
          </a:xfrm>
          <a:prstGeom prst="rect">
            <a:avLst/>
          </a:prstGeom>
          <a:noFill/>
        </p:spPr>
        <p:txBody>
          <a:bodyPr wrap="square">
            <a:noAutofit/>
          </a:bodyPr>
          <a:p>
            <a:pPr indent="0" algn="just">
              <a:buNone/>
            </a:pPr>
            <a:r>
              <a:rPr lang="en-US" altLang="en-US" sz="2400" b="1" dirty="0">
                <a:latin typeface="Times New Roman" panose="02020603050405020304" pitchFamily="18" charset="0"/>
                <a:cs typeface="Times New Roman" panose="02020603050405020304" pitchFamily="18" charset="0"/>
              </a:rPr>
              <a:t>Advantages from the Patient’s Point of View</a:t>
            </a:r>
            <a:endParaRPr lang="en-US" altLang="en-US" sz="2400" b="1" dirty="0">
              <a:latin typeface="Times New Roman" panose="02020603050405020304" pitchFamily="18" charset="0"/>
              <a:cs typeface="Times New Roman" panose="02020603050405020304" pitchFamily="18" charset="0"/>
            </a:endParaRPr>
          </a:p>
          <a:p>
            <a:pPr indent="0" algn="just">
              <a:buNone/>
            </a:pPr>
            <a:endParaRPr lang="en-US" altLang="en-US" sz="2400" b="1" dirty="0">
              <a:latin typeface="Times New Roman" panose="02020603050405020304" pitchFamily="18" charset="0"/>
              <a:cs typeface="Times New Roman" panose="02020603050405020304" pitchFamily="18" charset="0"/>
            </a:endParaRPr>
          </a:p>
        </p:txBody>
      </p:sp>
      <p:graphicFrame>
        <p:nvGraphicFramePr>
          <p:cNvPr id="10" name="Content Placeholder 9"/>
          <p:cNvGraphicFramePr/>
          <p:nvPr>
            <p:ph idx="1"/>
            <p:custDataLst>
              <p:tags r:id="rId3"/>
            </p:custDataLst>
          </p:nvPr>
        </p:nvGraphicFramePr>
        <p:xfrm>
          <a:off x="457200" y="1600200"/>
          <a:ext cx="8263890" cy="4137025"/>
        </p:xfrm>
        <a:graphic>
          <a:graphicData uri="http://schemas.openxmlformats.org/drawingml/2006/table">
            <a:tbl>
              <a:tblPr firstRow="1" bandRow="1">
                <a:tableStyleId>{5C22544A-7EE6-4342-B048-85BDC9FD1C3A}</a:tableStyleId>
              </a:tblPr>
              <a:tblGrid>
                <a:gridCol w="1639570"/>
                <a:gridCol w="2018030"/>
                <a:gridCol w="4606290"/>
              </a:tblGrid>
              <a:tr h="809625">
                <a:tc>
                  <a:txBody>
                    <a:bodyPr/>
                    <a:p>
                      <a:pPr algn="ctr"/>
                      <a:r>
                        <a:rPr sz="1400">
                          <a:latin typeface="Times New Roman" panose="02020603050405020304" pitchFamily="18" charset="0"/>
                          <a:cs typeface="Times New Roman" panose="02020603050405020304" pitchFamily="18" charset="0"/>
                        </a:rPr>
                        <a:t>Aspect</a:t>
                      </a:r>
                      <a:endParaRPr sz="1400">
                        <a:latin typeface="Times New Roman" panose="02020603050405020304" pitchFamily="18" charset="0"/>
                        <a:cs typeface="Times New Roman" panose="02020603050405020304" pitchFamily="18" charset="0"/>
                      </a:endParaRPr>
                    </a:p>
                  </a:txBody>
                  <a:tcPr marL="0" marR="0" marT="0" marB="0" anchor="ctr" anchorCtr="0"/>
                </a:tc>
                <a:tc>
                  <a:txBody>
                    <a:bodyPr/>
                    <a:p>
                      <a:pPr algn="ctr"/>
                      <a:r>
                        <a:rPr sz="1400">
                          <a:latin typeface="Times New Roman" panose="02020603050405020304" pitchFamily="18" charset="0"/>
                          <a:cs typeface="Times New Roman" panose="02020603050405020304" pitchFamily="18" charset="0"/>
                        </a:rPr>
                        <a:t>Benefit to Patients</a:t>
                      </a:r>
                      <a:endParaRPr sz="1400">
                        <a:latin typeface="Times New Roman" panose="02020603050405020304" pitchFamily="18" charset="0"/>
                        <a:cs typeface="Times New Roman" panose="02020603050405020304" pitchFamily="18" charset="0"/>
                      </a:endParaRPr>
                    </a:p>
                  </a:txBody>
                  <a:tcPr marL="0" marR="0" marT="0" marB="0" anchor="ctr" anchorCtr="0"/>
                </a:tc>
                <a:tc>
                  <a:txBody>
                    <a:bodyPr/>
                    <a:p>
                      <a:pPr algn="ctr"/>
                      <a:r>
                        <a:rPr sz="1400">
                          <a:latin typeface="Times New Roman" panose="02020603050405020304" pitchFamily="18" charset="0"/>
                          <a:cs typeface="Times New Roman" panose="02020603050405020304" pitchFamily="18" charset="0"/>
                        </a:rPr>
                        <a:t>Explanation</a:t>
                      </a:r>
                      <a:endParaRPr sz="1400">
                        <a:latin typeface="Times New Roman" panose="02020603050405020304" pitchFamily="18" charset="0"/>
                        <a:cs typeface="Times New Roman" panose="02020603050405020304" pitchFamily="18" charset="0"/>
                      </a:endParaRPr>
                    </a:p>
                  </a:txBody>
                  <a:tcPr marL="0" marR="0" marT="0" marB="0" anchor="ctr" anchorCtr="0"/>
                </a:tc>
              </a:tr>
              <a:tr h="832485">
                <a:tc>
                  <a:txBody>
                    <a:bodyPr/>
                    <a:p>
                      <a:pPr algn="ctr"/>
                      <a:r>
                        <a:rPr lang="en-US" altLang="en-US" sz="1400">
                          <a:latin typeface="Times New Roman" panose="02020603050405020304" pitchFamily="18" charset="0"/>
                          <a:cs typeface="Times New Roman" panose="02020603050405020304" pitchFamily="18" charset="0"/>
                        </a:rPr>
                        <a:t>1. Data Privacy</a:t>
                      </a:r>
                      <a:endParaRPr lang="en-US" altLang="en-US" sz="1400">
                        <a:latin typeface="Times New Roman" panose="02020603050405020304" pitchFamily="18" charset="0"/>
                        <a:cs typeface="Times New Roman" panose="02020603050405020304" pitchFamily="18" charset="0"/>
                      </a:endParaRPr>
                    </a:p>
                  </a:txBody>
                  <a:tcPr marL="0" marR="0" marT="0" marB="0" anchor="ctr" anchorCtr="0"/>
                </a:tc>
                <a:tc>
                  <a:txBody>
                    <a:bodyPr/>
                    <a:p>
                      <a:pPr algn="ctr"/>
                      <a:r>
                        <a:rPr lang="en-US" altLang="en-US" sz="1400">
                          <a:latin typeface="Times New Roman" panose="02020603050405020304" pitchFamily="18" charset="0"/>
                          <a:cs typeface="Times New Roman" panose="02020603050405020304" pitchFamily="18" charset="0"/>
                        </a:rPr>
                        <a:t>  Absolute Confidentiality</a:t>
                      </a:r>
                      <a:endParaRPr lang="en-US" altLang="en-US" sz="1400">
                        <a:latin typeface="Times New Roman" panose="02020603050405020304" pitchFamily="18" charset="0"/>
                        <a:cs typeface="Times New Roman" panose="02020603050405020304" pitchFamily="18" charset="0"/>
                      </a:endParaRPr>
                    </a:p>
                  </a:txBody>
                  <a:tcPr marL="0" marR="0" marT="0" marB="0" anchor="ctr" anchorCtr="0"/>
                </a:tc>
                <a:tc>
                  <a:txBody>
                    <a:bodyPr/>
                    <a:p>
                      <a:pPr algn="ctr"/>
                      <a:r>
                        <a:rPr lang="en-US" altLang="en-US" sz="1400">
                          <a:latin typeface="Times New Roman" panose="02020603050405020304" pitchFamily="18" charset="0"/>
                          <a:cs typeface="Times New Roman" panose="02020603050405020304" pitchFamily="18" charset="0"/>
                        </a:rPr>
                        <a:t>Patient records never leave the local hospital database, eliminating the risk of data leaks during transit.</a:t>
                      </a:r>
                      <a:endParaRPr lang="en-US" altLang="en-US" sz="1400">
                        <a:latin typeface="Times New Roman" panose="02020603050405020304" pitchFamily="18" charset="0"/>
                        <a:cs typeface="Times New Roman" panose="02020603050405020304" pitchFamily="18" charset="0"/>
                      </a:endParaRPr>
                    </a:p>
                  </a:txBody>
                  <a:tcPr marL="0" marR="0" marT="0" marB="0" anchor="ctr" anchorCtr="0"/>
                </a:tc>
              </a:tr>
              <a:tr h="831215">
                <a:tc>
                  <a:txBody>
                    <a:bodyPr/>
                    <a:p>
                      <a:pPr algn="ctr"/>
                      <a:r>
                        <a:rPr sz="1400">
                          <a:latin typeface="Times New Roman" panose="02020603050405020304" pitchFamily="18" charset="0"/>
                          <a:cs typeface="Times New Roman" panose="02020603050405020304" pitchFamily="18" charset="0"/>
                        </a:rPr>
                        <a:t>2. </a:t>
                      </a:r>
                      <a:r>
                        <a:rPr lang="en-US" altLang="en-US" sz="1400">
                          <a:latin typeface="Times New Roman" panose="02020603050405020304" pitchFamily="18" charset="0"/>
                          <a:cs typeface="Times New Roman" panose="02020603050405020304" pitchFamily="18" charset="0"/>
                        </a:rPr>
                        <a:t>Personalized Care</a:t>
                      </a:r>
                      <a:endParaRPr lang="en-US" altLang="en-US" sz="1400">
                        <a:latin typeface="Times New Roman" panose="02020603050405020304" pitchFamily="18" charset="0"/>
                        <a:cs typeface="Times New Roman" panose="02020603050405020304" pitchFamily="18" charset="0"/>
                      </a:endParaRPr>
                    </a:p>
                  </a:txBody>
                  <a:tcPr marL="0" marR="0" marT="0" marB="0" anchor="ctr" anchorCtr="0"/>
                </a:tc>
                <a:tc>
                  <a:txBody>
                    <a:bodyPr/>
                    <a:p>
                      <a:pPr algn="ctr"/>
                      <a:r>
                        <a:rPr lang="en-US" altLang="en-US" sz="1400">
                          <a:latin typeface="Times New Roman" panose="02020603050405020304" pitchFamily="18" charset="0"/>
                          <a:cs typeface="Times New Roman" panose="02020603050405020304" pitchFamily="18" charset="0"/>
                        </a:rPr>
                        <a:t>Tailored Treatment</a:t>
                      </a:r>
                      <a:endParaRPr lang="en-US" altLang="en-US" sz="1400">
                        <a:latin typeface="Times New Roman" panose="02020603050405020304" pitchFamily="18" charset="0"/>
                        <a:cs typeface="Times New Roman" panose="02020603050405020304" pitchFamily="18" charset="0"/>
                      </a:endParaRPr>
                    </a:p>
                  </a:txBody>
                  <a:tcPr marL="0" marR="0" marT="0" marB="0" anchor="ctr" anchorCtr="0"/>
                </a:tc>
                <a:tc>
                  <a:txBody>
                    <a:bodyPr/>
                    <a:p>
                      <a:pPr algn="ctr"/>
                      <a:r>
                        <a:rPr lang="en-US" altLang="en-US" sz="1400">
                          <a:latin typeface="Times New Roman" panose="02020603050405020304" pitchFamily="18" charset="0"/>
                          <a:cs typeface="Times New Roman" panose="02020603050405020304" pitchFamily="18" charset="0"/>
                        </a:rPr>
                        <a:t>Predictions are based on models that "learn" from diverse populations, offering more accurate, individualized risk profiles.</a:t>
                      </a:r>
                      <a:endParaRPr lang="en-US" altLang="en-US" sz="1400">
                        <a:latin typeface="Times New Roman" panose="02020603050405020304" pitchFamily="18" charset="0"/>
                        <a:cs typeface="Times New Roman" panose="02020603050405020304" pitchFamily="18" charset="0"/>
                      </a:endParaRPr>
                    </a:p>
                  </a:txBody>
                  <a:tcPr marL="0" marR="0" marT="0" marB="0" anchor="ctr" anchorCtr="0"/>
                </a:tc>
              </a:tr>
              <a:tr h="831850">
                <a:tc>
                  <a:txBody>
                    <a:bodyPr/>
                    <a:p>
                      <a:pPr algn="ctr"/>
                      <a:r>
                        <a:rPr sz="1400">
                          <a:latin typeface="Times New Roman" panose="02020603050405020304" pitchFamily="18" charset="0"/>
                          <a:cs typeface="Times New Roman" panose="02020603050405020304" pitchFamily="18" charset="0"/>
                        </a:rPr>
                        <a:t>3. </a:t>
                      </a:r>
                      <a:r>
                        <a:rPr lang="en-US" altLang="en-US" sz="1400">
                          <a:latin typeface="Times New Roman" panose="02020603050405020304" pitchFamily="18" charset="0"/>
                          <a:cs typeface="Times New Roman" panose="02020603050405020304" pitchFamily="18" charset="0"/>
                        </a:rPr>
                        <a:t>Outcome Quality</a:t>
                      </a:r>
                      <a:endParaRPr lang="en-US" altLang="en-US" sz="1400">
                        <a:latin typeface="Times New Roman" panose="02020603050405020304" pitchFamily="18" charset="0"/>
                        <a:cs typeface="Times New Roman" panose="02020603050405020304" pitchFamily="18" charset="0"/>
                      </a:endParaRPr>
                    </a:p>
                  </a:txBody>
                  <a:tcPr marL="0" marR="0" marT="0" marB="0" anchor="ctr" anchorCtr="0"/>
                </a:tc>
                <a:tc>
                  <a:txBody>
                    <a:bodyPr/>
                    <a:p>
                      <a:pPr algn="ctr"/>
                      <a:r>
                        <a:rPr lang="en-US" altLang="en-US" sz="1400">
                          <a:latin typeface="Times New Roman" panose="02020603050405020304" pitchFamily="18" charset="0"/>
                          <a:cs typeface="Times New Roman" panose="02020603050405020304" pitchFamily="18" charset="0"/>
                        </a:rPr>
                        <a:t>Reduced Relapse</a:t>
                      </a:r>
                      <a:endParaRPr lang="en-US" altLang="en-US" sz="1400">
                        <a:latin typeface="Times New Roman" panose="02020603050405020304" pitchFamily="18" charset="0"/>
                        <a:cs typeface="Times New Roman" panose="02020603050405020304" pitchFamily="18" charset="0"/>
                      </a:endParaRPr>
                    </a:p>
                  </a:txBody>
                  <a:tcPr marL="0" marR="0" marT="0" marB="0" anchor="ctr" anchorCtr="0"/>
                </a:tc>
                <a:tc>
                  <a:txBody>
                    <a:bodyPr/>
                    <a:p>
                      <a:pPr algn="ctr"/>
                      <a:r>
                        <a:rPr lang="en-US" altLang="en-US" sz="1400">
                          <a:latin typeface="Times New Roman" panose="02020603050405020304" pitchFamily="18" charset="0"/>
                          <a:cs typeface="Times New Roman" panose="02020603050405020304" pitchFamily="18" charset="0"/>
                        </a:rPr>
                        <a:t>Early identification of high-risk patients leads to better discharge planning and fewer emergency re-hospitalizations.</a:t>
                      </a:r>
                      <a:endParaRPr lang="en-US" altLang="en-US" sz="1400">
                        <a:latin typeface="Times New Roman" panose="02020603050405020304" pitchFamily="18" charset="0"/>
                        <a:cs typeface="Times New Roman" panose="02020603050405020304" pitchFamily="18" charset="0"/>
                      </a:endParaRPr>
                    </a:p>
                  </a:txBody>
                  <a:tcPr marL="0" marR="0" marT="0" marB="0" anchor="ctr" anchorCtr="0"/>
                </a:tc>
              </a:tr>
              <a:tr h="831850">
                <a:tc>
                  <a:txBody>
                    <a:bodyPr/>
                    <a:p>
                      <a:pPr algn="ctr">
                        <a:buNone/>
                      </a:pPr>
                      <a:r>
                        <a:rPr lang="en-US" altLang="en-US" sz="1400">
                          <a:latin typeface="Times New Roman" panose="02020603050405020304" pitchFamily="18" charset="0"/>
                          <a:cs typeface="Times New Roman" panose="02020603050405020304" pitchFamily="18" charset="0"/>
                        </a:rPr>
                        <a:t>4.Trust</a:t>
                      </a:r>
                      <a:endParaRPr lang="en-US" altLang="en-US" sz="1400">
                        <a:latin typeface="Times New Roman" panose="02020603050405020304" pitchFamily="18" charset="0"/>
                        <a:cs typeface="Times New Roman" panose="02020603050405020304" pitchFamily="18" charset="0"/>
                      </a:endParaRPr>
                    </a:p>
                  </a:txBody>
                  <a:tcPr marL="0" marR="0" marT="0" marB="0" anchor="ctr" anchorCtr="0"/>
                </a:tc>
                <a:tc>
                  <a:txBody>
                    <a:bodyPr/>
                    <a:p>
                      <a:pPr algn="ctr">
                        <a:buNone/>
                      </a:pPr>
                      <a:r>
                        <a:rPr lang="en-US" altLang="en-US" sz="1400">
                          <a:latin typeface="Times New Roman" panose="02020603050405020304" pitchFamily="18" charset="0"/>
                          <a:cs typeface="Times New Roman" panose="02020603050405020304" pitchFamily="18" charset="0"/>
                        </a:rPr>
                        <a:t>Enhanced Security</a:t>
                      </a:r>
                      <a:endParaRPr lang="en-US" altLang="en-US" sz="1400">
                        <a:latin typeface="Times New Roman" panose="02020603050405020304" pitchFamily="18" charset="0"/>
                        <a:cs typeface="Times New Roman" panose="02020603050405020304" pitchFamily="18" charset="0"/>
                      </a:endParaRPr>
                    </a:p>
                  </a:txBody>
                  <a:tcPr marL="0" marR="0" marT="0" marB="0" anchor="ctr" anchorCtr="0"/>
                </a:tc>
                <a:tc>
                  <a:txBody>
                    <a:bodyPr/>
                    <a:p>
                      <a:pPr algn="ctr">
                        <a:buNone/>
                      </a:pPr>
                      <a:r>
                        <a:rPr lang="en-US" altLang="en-US" sz="1400">
                          <a:latin typeface="Times New Roman" panose="02020603050405020304" pitchFamily="18" charset="0"/>
                          <a:cs typeface="Times New Roman" panose="02020603050405020304" pitchFamily="18" charset="0"/>
                        </a:rPr>
                        <a:t>Patients are more likely to share honest medical history knowing their data stays within their trusted local facility.</a:t>
                      </a:r>
                      <a:endParaRPr lang="en-US" altLang="en-US" sz="1400">
                        <a:latin typeface="Times New Roman" panose="02020603050405020304" pitchFamily="18" charset="0"/>
                        <a:cs typeface="Times New Roman" panose="02020603050405020304" pitchFamily="18" charset="0"/>
                      </a:endParaRPr>
                    </a:p>
                  </a:txBody>
                  <a:tcPr marL="0" marR="0" marT="0" marB="0" anchor="ctr" anchorCtr="0"/>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B6F15528-21DE-4FAA-801E-634DDDAF4B2B}" type="slidenum">
              <a:rPr lang="en-US" smtClean="0">
                <a:solidFill>
                  <a:prstClr val="black">
                    <a:tint val="75000"/>
                  </a:prstClr>
                </a:solidFill>
              </a:rPr>
            </a:fld>
            <a:endParaRPr lang="en-US">
              <a:solidFill>
                <a:prstClr val="black">
                  <a:tint val="75000"/>
                </a:prstClr>
              </a:solidFill>
            </a:endParaRPr>
          </a:p>
        </p:txBody>
      </p:sp>
      <p:pic>
        <p:nvPicPr>
          <p:cNvPr id="6" name="Picture 5" descr="A picture containing text, clipart&#10;&#10;Description automatically generated"/>
          <p:cNvPicPr>
            <a:picLocks noChangeAspect="1"/>
          </p:cNvPicPr>
          <p:nvPr/>
        </p:nvPicPr>
        <p:blipFill>
          <a:blip r:embed="rId1"/>
          <a:stretch>
            <a:fillRect/>
          </a:stretch>
        </p:blipFill>
        <p:spPr>
          <a:xfrm>
            <a:off x="0" y="-14288"/>
            <a:ext cx="1042988" cy="1221786"/>
          </a:xfrm>
          <a:prstGeom prst="rect">
            <a:avLst/>
          </a:prstGeom>
        </p:spPr>
      </p:pic>
      <p:pic>
        <p:nvPicPr>
          <p:cNvPr id="8" name="Picture 7"/>
          <p:cNvPicPr>
            <a:picLocks noChangeAspect="1"/>
          </p:cNvPicPr>
          <p:nvPr/>
        </p:nvPicPr>
        <p:blipFill>
          <a:blip r:embed="rId2"/>
          <a:stretch>
            <a:fillRect/>
          </a:stretch>
        </p:blipFill>
        <p:spPr>
          <a:xfrm>
            <a:off x="-1" y="6248400"/>
            <a:ext cx="9144001" cy="613831"/>
          </a:xfrm>
          <a:prstGeom prst="rect">
            <a:avLst/>
          </a:prstGeom>
        </p:spPr>
      </p:pic>
      <p:sp>
        <p:nvSpPr>
          <p:cNvPr id="4" name="Title 1"/>
          <p:cNvSpPr>
            <a:spLocks noGrp="1"/>
          </p:cNvSpPr>
          <p:nvPr>
            <p:ph type="title"/>
          </p:nvPr>
        </p:nvSpPr>
        <p:spPr>
          <a:xfrm>
            <a:off x="2133600" y="535305"/>
            <a:ext cx="4463415" cy="455295"/>
          </a:xfrm>
        </p:spPr>
        <p:txBody>
          <a:bodyPr>
            <a:noAutofit/>
          </a:bodyPr>
          <a:lstStyle/>
          <a:p>
            <a:r>
              <a:rPr lang="en-US" altLang="en-US" sz="3200" dirty="0">
                <a:latin typeface="Times New Roman" panose="02020603050405020304" pitchFamily="18" charset="0"/>
                <a:cs typeface="Times New Roman" panose="02020603050405020304" pitchFamily="18" charset="0"/>
              </a:rPr>
              <a:t>PRISMA CHART</a:t>
            </a:r>
            <a:br>
              <a:rPr lang="en-US" sz="3200" dirty="0">
                <a:latin typeface="Times New Roman" panose="02020603050405020304" pitchFamily="18" charset="0"/>
                <a:cs typeface="Times New Roman" panose="02020603050405020304" pitchFamily="18" charset="0"/>
              </a:rPr>
            </a:br>
            <a:endParaRPr lang="en-US" sz="3200" dirty="0">
              <a:latin typeface="Times New Roman" panose="02020603050405020304" pitchFamily="18" charset="0"/>
              <a:cs typeface="Times New Roman" panose="02020603050405020304" pitchFamily="18" charset="0"/>
            </a:endParaRPr>
          </a:p>
        </p:txBody>
      </p:sp>
      <p:sp>
        <p:nvSpPr>
          <p:cNvPr id="2" name="Rounded Rectangle 1"/>
          <p:cNvSpPr/>
          <p:nvPr/>
        </p:nvSpPr>
        <p:spPr>
          <a:xfrm>
            <a:off x="2286000" y="1143000"/>
            <a:ext cx="1753235" cy="914400"/>
          </a:xfrm>
          <a:prstGeom prst="roundRect">
            <a:avLst/>
          </a:prstGeom>
        </p:spPr>
        <p:style>
          <a:lnRef idx="2">
            <a:schemeClr val="accent1"/>
          </a:lnRef>
          <a:fillRef idx="0">
            <a:srgbClr val="FFFFFF"/>
          </a:fillRef>
          <a:effectRef idx="0">
            <a:srgbClr val="FFFFFF"/>
          </a:effectRef>
          <a:fontRef idx="minor">
            <a:schemeClr val="tx1"/>
          </a:fontRef>
        </p:style>
        <p:txBody>
          <a:bodyPr rtlCol="0" anchor="ctr"/>
          <a:p>
            <a:pPr algn="ctr"/>
            <a:r>
              <a:rPr lang="en-US" altLang="en-US" sz="1400">
                <a:latin typeface="Times New Roman" panose="02020603050405020304" pitchFamily="18" charset="0"/>
                <a:cs typeface="Times New Roman" panose="02020603050405020304" pitchFamily="18" charset="0"/>
              </a:rPr>
              <a:t>Initial Identification: n = 50</a:t>
            </a:r>
            <a:endParaRPr lang="en-US" altLang="en-US" sz="1400">
              <a:latin typeface="Times New Roman" panose="02020603050405020304" pitchFamily="18" charset="0"/>
              <a:cs typeface="Times New Roman" panose="02020603050405020304" pitchFamily="18" charset="0"/>
            </a:endParaRPr>
          </a:p>
        </p:txBody>
      </p:sp>
      <p:sp>
        <p:nvSpPr>
          <p:cNvPr id="7" name="Rounded Rectangle 6"/>
          <p:cNvSpPr/>
          <p:nvPr/>
        </p:nvSpPr>
        <p:spPr>
          <a:xfrm>
            <a:off x="4495800" y="1143000"/>
            <a:ext cx="1753235" cy="914400"/>
          </a:xfrm>
          <a:prstGeom prst="roundRect">
            <a:avLst/>
          </a:prstGeom>
        </p:spPr>
        <p:style>
          <a:lnRef idx="2">
            <a:schemeClr val="accent1"/>
          </a:lnRef>
          <a:fillRef idx="0">
            <a:srgbClr val="FFFFFF"/>
          </a:fillRef>
          <a:effectRef idx="0">
            <a:srgbClr val="FFFFFF"/>
          </a:effectRef>
          <a:fontRef idx="minor">
            <a:schemeClr val="tx1"/>
          </a:fontRef>
        </p:style>
        <p:txBody>
          <a:bodyPr rtlCol="0" anchor="ctr"/>
          <a:p>
            <a:pPr algn="ctr"/>
            <a:r>
              <a:rPr lang="en-US" altLang="en-US" sz="1400">
                <a:latin typeface="Times New Roman" panose="02020603050405020304" pitchFamily="18" charset="0"/>
                <a:cs typeface="Times New Roman" panose="02020603050405020304" pitchFamily="18" charset="0"/>
              </a:rPr>
              <a:t>Duplicates Removed: n = 5 </a:t>
            </a:r>
            <a:endParaRPr lang="en-US" altLang="en-US" sz="1400">
              <a:latin typeface="Times New Roman" panose="02020603050405020304" pitchFamily="18" charset="0"/>
              <a:cs typeface="Times New Roman" panose="02020603050405020304" pitchFamily="18" charset="0"/>
            </a:endParaRPr>
          </a:p>
        </p:txBody>
      </p:sp>
      <p:sp>
        <p:nvSpPr>
          <p:cNvPr id="9" name="Rounded Rectangle 8"/>
          <p:cNvSpPr/>
          <p:nvPr/>
        </p:nvSpPr>
        <p:spPr>
          <a:xfrm>
            <a:off x="2286000" y="2362200"/>
            <a:ext cx="1753235" cy="914400"/>
          </a:xfrm>
          <a:prstGeom prst="round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sz="1400">
                <a:solidFill>
                  <a:schemeClr val="tx1"/>
                </a:solidFill>
                <a:latin typeface="Times New Roman" panose="02020603050405020304" pitchFamily="18" charset="0"/>
                <a:cs typeface="Times New Roman" panose="02020603050405020304" pitchFamily="18" charset="0"/>
              </a:rPr>
              <a:t>Records Screened: </a:t>
            </a:r>
            <a:endParaRPr lang="en-US" altLang="en-US" sz="1400">
              <a:solidFill>
                <a:schemeClr val="tx1"/>
              </a:solidFill>
              <a:latin typeface="Times New Roman" panose="02020603050405020304" pitchFamily="18" charset="0"/>
              <a:cs typeface="Times New Roman" panose="02020603050405020304" pitchFamily="18" charset="0"/>
            </a:endParaRPr>
          </a:p>
          <a:p>
            <a:pPr algn="ctr"/>
            <a:r>
              <a:rPr lang="en-US" altLang="en-US" sz="1400">
                <a:solidFill>
                  <a:schemeClr val="tx1"/>
                </a:solidFill>
                <a:latin typeface="Times New Roman" panose="02020603050405020304" pitchFamily="18" charset="0"/>
                <a:cs typeface="Times New Roman" panose="02020603050405020304" pitchFamily="18" charset="0"/>
              </a:rPr>
              <a:t>n = 45</a:t>
            </a:r>
            <a:endParaRPr lang="en-US" altLang="en-US" sz="1400">
              <a:solidFill>
                <a:schemeClr val="tx1"/>
              </a:solidFill>
              <a:latin typeface="Times New Roman" panose="02020603050405020304" pitchFamily="18" charset="0"/>
              <a:cs typeface="Times New Roman" panose="02020603050405020304" pitchFamily="18" charset="0"/>
            </a:endParaRPr>
          </a:p>
        </p:txBody>
      </p:sp>
      <p:sp>
        <p:nvSpPr>
          <p:cNvPr id="10" name="Rounded Rectangle 9"/>
          <p:cNvSpPr/>
          <p:nvPr/>
        </p:nvSpPr>
        <p:spPr>
          <a:xfrm>
            <a:off x="2286000" y="3657600"/>
            <a:ext cx="1753235" cy="914400"/>
          </a:xfrm>
          <a:prstGeom prst="round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sz="1400">
                <a:solidFill>
                  <a:schemeClr val="tx1"/>
                </a:solidFill>
                <a:latin typeface="Times New Roman" panose="02020603050405020304" pitchFamily="18" charset="0"/>
                <a:cs typeface="Times New Roman" panose="02020603050405020304" pitchFamily="18" charset="0"/>
              </a:rPr>
              <a:t>Reports Assessed for Eligibility: n = 30</a:t>
            </a:r>
            <a:endParaRPr lang="en-US" altLang="en-US" sz="1400">
              <a:solidFill>
                <a:schemeClr val="tx1"/>
              </a:solidFill>
              <a:latin typeface="Times New Roman" panose="02020603050405020304" pitchFamily="18" charset="0"/>
              <a:cs typeface="Times New Roman" panose="02020603050405020304" pitchFamily="18" charset="0"/>
            </a:endParaRPr>
          </a:p>
        </p:txBody>
      </p:sp>
      <p:sp>
        <p:nvSpPr>
          <p:cNvPr id="11" name="Rounded Rectangle 10"/>
          <p:cNvSpPr/>
          <p:nvPr/>
        </p:nvSpPr>
        <p:spPr>
          <a:xfrm>
            <a:off x="2286000" y="4876800"/>
            <a:ext cx="1753235" cy="914400"/>
          </a:xfrm>
          <a:prstGeom prst="round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sz="1400">
                <a:solidFill>
                  <a:schemeClr val="tx1"/>
                </a:solidFill>
                <a:latin typeface="Times New Roman" panose="02020603050405020304" pitchFamily="18" charset="0"/>
                <a:cs typeface="Times New Roman" panose="02020603050405020304" pitchFamily="18" charset="0"/>
              </a:rPr>
              <a:t>Final Included Studies: n = 10</a:t>
            </a:r>
            <a:endParaRPr lang="en-US" altLang="en-US" sz="1400">
              <a:solidFill>
                <a:schemeClr val="tx1"/>
              </a:solidFill>
              <a:latin typeface="Times New Roman" panose="02020603050405020304" pitchFamily="18" charset="0"/>
              <a:cs typeface="Times New Roman" panose="02020603050405020304" pitchFamily="18" charset="0"/>
            </a:endParaRPr>
          </a:p>
        </p:txBody>
      </p:sp>
      <p:sp>
        <p:nvSpPr>
          <p:cNvPr id="12" name="Rounded Rectangle 11"/>
          <p:cNvSpPr/>
          <p:nvPr/>
        </p:nvSpPr>
        <p:spPr>
          <a:xfrm>
            <a:off x="4495800" y="2362200"/>
            <a:ext cx="1753235" cy="914400"/>
          </a:xfrm>
          <a:prstGeom prst="round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sz="1400">
                <a:solidFill>
                  <a:schemeClr val="tx1"/>
                </a:solidFill>
                <a:latin typeface="Times New Roman" panose="02020603050405020304" pitchFamily="18" charset="0"/>
                <a:cs typeface="Times New Roman" panose="02020603050405020304" pitchFamily="18" charset="0"/>
              </a:rPr>
              <a:t>Excluded during Screening: n = 15</a:t>
            </a:r>
            <a:endParaRPr lang="en-US" altLang="en-US" sz="1400">
              <a:solidFill>
                <a:schemeClr val="tx1"/>
              </a:solidFill>
              <a:latin typeface="Times New Roman" panose="02020603050405020304" pitchFamily="18" charset="0"/>
              <a:cs typeface="Times New Roman" panose="02020603050405020304" pitchFamily="18" charset="0"/>
            </a:endParaRPr>
          </a:p>
        </p:txBody>
      </p:sp>
      <p:sp>
        <p:nvSpPr>
          <p:cNvPr id="13" name="Rounded Rectangle 12"/>
          <p:cNvSpPr/>
          <p:nvPr/>
        </p:nvSpPr>
        <p:spPr>
          <a:xfrm>
            <a:off x="4495800" y="3695700"/>
            <a:ext cx="2787015" cy="889635"/>
          </a:xfrm>
          <a:prstGeom prst="round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sz="1400">
                <a:solidFill>
                  <a:schemeClr val="tx1"/>
                </a:solidFill>
                <a:latin typeface="Times New Roman" panose="02020603050405020304" pitchFamily="18" charset="0"/>
                <a:cs typeface="Times New Roman" panose="02020603050405020304" pitchFamily="18" charset="0"/>
              </a:rPr>
              <a:t>Reports Excluded (with reasons): n = 20 (e.g., lack of specific Machine Learning metrics or missing clinical data).</a:t>
            </a:r>
            <a:endParaRPr lang="en-US" sz="1400">
              <a:solidFill>
                <a:schemeClr val="tx1"/>
              </a:solidFill>
              <a:latin typeface="Times New Roman" panose="02020603050405020304" pitchFamily="18" charset="0"/>
              <a:cs typeface="Times New Roman" panose="02020603050405020304" pitchFamily="18" charset="0"/>
            </a:endParaRPr>
          </a:p>
        </p:txBody>
      </p:sp>
      <p:sp>
        <p:nvSpPr>
          <p:cNvPr id="14" name="Right Arrow 13"/>
          <p:cNvSpPr/>
          <p:nvPr/>
        </p:nvSpPr>
        <p:spPr>
          <a:xfrm>
            <a:off x="4044950" y="1518920"/>
            <a:ext cx="445135" cy="16256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Right Arrow 14"/>
          <p:cNvSpPr/>
          <p:nvPr/>
        </p:nvSpPr>
        <p:spPr>
          <a:xfrm>
            <a:off x="4044950" y="2743200"/>
            <a:ext cx="445135" cy="16256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6" name="Right Arrow 15"/>
          <p:cNvSpPr/>
          <p:nvPr/>
        </p:nvSpPr>
        <p:spPr>
          <a:xfrm>
            <a:off x="4038600" y="4023360"/>
            <a:ext cx="445135" cy="16256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7" name="Right Arrow 16"/>
          <p:cNvSpPr/>
          <p:nvPr/>
        </p:nvSpPr>
        <p:spPr>
          <a:xfrm rot="5400000">
            <a:off x="3067685" y="2092960"/>
            <a:ext cx="288290" cy="217805"/>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8" name="Right Arrow 17"/>
          <p:cNvSpPr/>
          <p:nvPr/>
        </p:nvSpPr>
        <p:spPr>
          <a:xfrm rot="5400000">
            <a:off x="3067685" y="3357880"/>
            <a:ext cx="288290" cy="217805"/>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9" name="Right Arrow 18"/>
          <p:cNvSpPr/>
          <p:nvPr/>
        </p:nvSpPr>
        <p:spPr>
          <a:xfrm rot="5400000">
            <a:off x="3067685" y="4615180"/>
            <a:ext cx="288290" cy="217805"/>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B6F15528-21DE-4FAA-801E-634DDDAF4B2B}" type="slidenum">
              <a:rPr lang="en-US" smtClean="0">
                <a:solidFill>
                  <a:prstClr val="black">
                    <a:tint val="75000"/>
                  </a:prstClr>
                </a:solidFill>
              </a:rPr>
            </a:fld>
            <a:endParaRPr lang="en-US">
              <a:solidFill>
                <a:prstClr val="black">
                  <a:tint val="75000"/>
                </a:prstClr>
              </a:solidFill>
            </a:endParaRPr>
          </a:p>
        </p:txBody>
      </p:sp>
      <p:pic>
        <p:nvPicPr>
          <p:cNvPr id="6" name="Picture 5" descr="A picture containing text, clipart&#10;&#10;Description automatically generated"/>
          <p:cNvPicPr>
            <a:picLocks noChangeAspect="1"/>
          </p:cNvPicPr>
          <p:nvPr/>
        </p:nvPicPr>
        <p:blipFill>
          <a:blip r:embed="rId1"/>
          <a:stretch>
            <a:fillRect/>
          </a:stretch>
        </p:blipFill>
        <p:spPr>
          <a:xfrm>
            <a:off x="0" y="-14288"/>
            <a:ext cx="1042988" cy="1221786"/>
          </a:xfrm>
          <a:prstGeom prst="rect">
            <a:avLst/>
          </a:prstGeom>
        </p:spPr>
      </p:pic>
      <p:pic>
        <p:nvPicPr>
          <p:cNvPr id="8" name="Picture 7"/>
          <p:cNvPicPr>
            <a:picLocks noChangeAspect="1"/>
          </p:cNvPicPr>
          <p:nvPr/>
        </p:nvPicPr>
        <p:blipFill>
          <a:blip r:embed="rId2"/>
          <a:stretch>
            <a:fillRect/>
          </a:stretch>
        </p:blipFill>
        <p:spPr>
          <a:xfrm>
            <a:off x="-1" y="6248400"/>
            <a:ext cx="9144001" cy="613831"/>
          </a:xfrm>
          <a:prstGeom prst="rect">
            <a:avLst/>
          </a:prstGeom>
        </p:spPr>
      </p:pic>
      <p:sp>
        <p:nvSpPr>
          <p:cNvPr id="2" name="Title 1"/>
          <p:cNvSpPr>
            <a:spLocks noGrp="1"/>
          </p:cNvSpPr>
          <p:nvPr>
            <p:ph type="title"/>
          </p:nvPr>
        </p:nvSpPr>
        <p:spPr>
          <a:xfrm>
            <a:off x="457200" y="274638"/>
            <a:ext cx="8229600" cy="582594"/>
          </a:xfrm>
        </p:spPr>
        <p:txBody>
          <a:bodyPr>
            <a:noAutofit/>
          </a:bodyPr>
          <a:lstStyle/>
          <a:p>
            <a:r>
              <a:rPr lang="en-US" sz="3200" dirty="0">
                <a:latin typeface="Times New Roman" panose="02020603050405020304" pitchFamily="18" charset="0"/>
                <a:cs typeface="Times New Roman" panose="02020603050405020304" pitchFamily="18" charset="0"/>
              </a:rPr>
              <a:t>LITERATURE SURVEY</a:t>
            </a:r>
            <a:endParaRPr lang="en-US" sz="3200" dirty="0">
              <a:solidFill>
                <a:srgbClr val="FF0000"/>
              </a:solidFill>
              <a:latin typeface="Times New Roman" panose="02020603050405020304" pitchFamily="18" charset="0"/>
              <a:cs typeface="Times New Roman" panose="02020603050405020304" pitchFamily="18" charset="0"/>
            </a:endParaRPr>
          </a:p>
        </p:txBody>
      </p:sp>
      <p:graphicFrame>
        <p:nvGraphicFramePr>
          <p:cNvPr id="3" name="Content Placeholder 6"/>
          <p:cNvGraphicFramePr/>
          <p:nvPr>
            <p:custDataLst>
              <p:tags r:id="rId3"/>
            </p:custDataLst>
          </p:nvPr>
        </p:nvGraphicFramePr>
        <p:xfrm>
          <a:off x="276860" y="902970"/>
          <a:ext cx="8607425" cy="5399405"/>
        </p:xfrm>
        <a:graphic>
          <a:graphicData uri="http://schemas.openxmlformats.org/drawingml/2006/table">
            <a:tbl>
              <a:tblPr firstRow="1" bandRow="1">
                <a:tableStyleId>{5C22544A-7EE6-4342-B048-85BDC9FD1C3A}</a:tableStyleId>
              </a:tblPr>
              <a:tblGrid>
                <a:gridCol w="760730"/>
                <a:gridCol w="1898015"/>
                <a:gridCol w="2400935"/>
                <a:gridCol w="1826260"/>
                <a:gridCol w="1721485"/>
              </a:tblGrid>
              <a:tr h="1738630">
                <a:tc>
                  <a:txBody>
                    <a:bodyPr/>
                    <a:lstStyle/>
                    <a:p>
                      <a:r>
                        <a:rPr lang="en-US" sz="1800" i="0" dirty="0" err="1"/>
                        <a:t>Sr.No</a:t>
                      </a:r>
                      <a:endParaRPr lang="en-US" sz="1800" i="0" dirty="0"/>
                    </a:p>
                  </a:txBody>
                  <a:tcPr/>
                </a:tc>
                <a:tc>
                  <a:txBody>
                    <a:bodyPr/>
                    <a:lstStyle/>
                    <a:p>
                      <a:r>
                        <a:rPr lang="en-US" sz="1800" i="0" dirty="0"/>
                        <a:t>Title of the Article</a:t>
                      </a:r>
                      <a:endParaRPr lang="en-US" sz="1800" i="0" dirty="0"/>
                    </a:p>
                    <a:p>
                      <a:pPr marL="0" marR="0" indent="0" algn="l" defTabSz="914400" rtl="0" eaLnBrk="1" fontAlgn="auto" latinLnBrk="0" hangingPunct="1">
                        <a:lnSpc>
                          <a:spcPct val="100000"/>
                        </a:lnSpc>
                        <a:spcBef>
                          <a:spcPts val="0"/>
                        </a:spcBef>
                        <a:spcAft>
                          <a:spcPts val="0"/>
                        </a:spcAft>
                        <a:buClrTx/>
                        <a:buSzTx/>
                        <a:buFontTx/>
                        <a:buNone/>
                        <a:defRPr/>
                      </a:pPr>
                      <a:r>
                        <a:rPr lang="en-US" sz="1800" i="0" dirty="0"/>
                        <a:t>Author</a:t>
                      </a:r>
                      <a:endParaRPr lang="en-US" sz="1800" i="0" dirty="0"/>
                    </a:p>
                    <a:p>
                      <a:pPr marL="0" marR="0" indent="0" algn="l" defTabSz="914400" rtl="0" eaLnBrk="1" fontAlgn="auto" latinLnBrk="0" hangingPunct="1">
                        <a:lnSpc>
                          <a:spcPct val="100000"/>
                        </a:lnSpc>
                        <a:spcBef>
                          <a:spcPts val="0"/>
                        </a:spcBef>
                        <a:spcAft>
                          <a:spcPts val="0"/>
                        </a:spcAft>
                        <a:buClrTx/>
                        <a:buSzTx/>
                        <a:buFontTx/>
                        <a:buNone/>
                        <a:defRPr/>
                      </a:pPr>
                      <a:r>
                        <a:rPr lang="en-US" sz="1800" i="0" dirty="0"/>
                        <a:t>Year of publication</a:t>
                      </a:r>
                      <a:endParaRPr lang="en-US" sz="1800" i="0" dirty="0"/>
                    </a:p>
                    <a:p>
                      <a:endParaRPr lang="en-US" sz="1800" i="0" dirty="0"/>
                    </a:p>
                  </a:txBody>
                  <a:tcPr/>
                </a:tc>
                <a:tc>
                  <a:txBody>
                    <a:bodyPr/>
                    <a:lstStyle/>
                    <a:p>
                      <a:r>
                        <a:rPr lang="en-US" sz="1800" i="0" dirty="0"/>
                        <a:t> Focus of Study,</a:t>
                      </a:r>
                      <a:r>
                        <a:rPr lang="en-US" sz="1800" i="0" baseline="0" dirty="0"/>
                        <a:t> </a:t>
                      </a:r>
                      <a:r>
                        <a:rPr lang="en-US" sz="1800" i="0" dirty="0"/>
                        <a:t>Design, Objectives , Method used and Sample size</a:t>
                      </a:r>
                      <a:r>
                        <a:rPr lang="en-US" sz="1800" i="0" baseline="0" dirty="0"/>
                        <a:t> </a:t>
                      </a:r>
                      <a:endParaRPr lang="en-US" sz="1800" i="0" dirty="0"/>
                    </a:p>
                  </a:txBody>
                  <a:tcPr/>
                </a:tc>
                <a:tc>
                  <a:txBody>
                    <a:bodyPr/>
                    <a:lstStyle/>
                    <a:p>
                      <a:r>
                        <a:rPr lang="en-US" sz="1800" i="0" dirty="0"/>
                        <a:t>Findings of the study and their conclusions</a:t>
                      </a:r>
                      <a:endParaRPr lang="en-US" sz="1800" i="0" dirty="0"/>
                    </a:p>
                  </a:txBody>
                  <a:tcPr/>
                </a:tc>
                <a:tc>
                  <a:txBody>
                    <a:bodyPr/>
                    <a:lstStyle/>
                    <a:p>
                      <a:r>
                        <a:rPr lang="en-US" sz="1800" i="0" dirty="0"/>
                        <a:t>Limitation</a:t>
                      </a:r>
                      <a:endParaRPr lang="en-US" sz="1800" i="0" dirty="0"/>
                    </a:p>
                  </a:txBody>
                  <a:tcPr/>
                </a:tc>
              </a:tr>
              <a:tr h="3660775">
                <a:tc>
                  <a:txBody>
                    <a:bodyPr/>
                    <a:lstStyle/>
                    <a:p>
                      <a:pPr algn="just"/>
                      <a:r>
                        <a:rPr lang="en-US" sz="1800" b="0" i="0" dirty="0">
                          <a:latin typeface="Times New Roman" panose="02020603050405020304" pitchFamily="18" charset="0"/>
                          <a:cs typeface="Times New Roman" panose="02020603050405020304" pitchFamily="18" charset="0"/>
                        </a:rPr>
                        <a:t>1</a:t>
                      </a:r>
                      <a:endParaRPr lang="en-US" sz="1800" b="0" i="0" dirty="0">
                        <a:latin typeface="Times New Roman" panose="02020603050405020304" pitchFamily="18" charset="0"/>
                        <a:cs typeface="Times New Roman" panose="02020603050405020304" pitchFamily="18" charset="0"/>
                      </a:endParaRPr>
                    </a:p>
                  </a:txBody>
                  <a:tcPr/>
                </a:tc>
                <a:tc>
                  <a:txBody>
                    <a:bodyPr/>
                    <a:lstStyle/>
                    <a:p>
                      <a:pPr algn="l"/>
                      <a:r>
                        <a:rPr lang="en-US" altLang="en-US" sz="1800" b="0" i="0" dirty="0">
                          <a:latin typeface="Times New Roman" panose="02020603050405020304" pitchFamily="18" charset="0"/>
                          <a:cs typeface="Times New Roman" panose="02020603050405020304" pitchFamily="18" charset="0"/>
                        </a:rPr>
                        <a:t>Diabetes 130-US Hospitals for Years 1999–2008</a:t>
                      </a:r>
                      <a:endParaRPr lang="en-US" altLang="en-US" sz="1800" b="0" i="0" dirty="0">
                        <a:latin typeface="Times New Roman" panose="02020603050405020304" pitchFamily="18" charset="0"/>
                        <a:cs typeface="Times New Roman" panose="02020603050405020304" pitchFamily="18" charset="0"/>
                      </a:endParaRPr>
                    </a:p>
                    <a:p>
                      <a:pPr algn="l"/>
                      <a:r>
                        <a:rPr lang="en-US" altLang="en-US" sz="1800" b="0" i="0" dirty="0">
                          <a:latin typeface="Times New Roman" panose="02020603050405020304" pitchFamily="18" charset="0"/>
                          <a:cs typeface="Times New Roman" panose="02020603050405020304" pitchFamily="18" charset="0"/>
                        </a:rPr>
                        <a:t>Clore et al., 2014</a:t>
                      </a:r>
                      <a:endParaRPr lang="en-US" altLang="en-US" sz="1800" b="0" i="0" dirty="0">
                        <a:latin typeface="Times New Roman" panose="02020603050405020304" pitchFamily="18" charset="0"/>
                        <a:cs typeface="Times New Roman" panose="02020603050405020304" pitchFamily="18" charset="0"/>
                      </a:endParaRPr>
                    </a:p>
                  </a:txBody>
                  <a:tcPr/>
                </a:tc>
                <a:tc>
                  <a:txBody>
                    <a:bodyPr/>
                    <a:lstStyle/>
                    <a:p>
                      <a:pPr algn="l"/>
                      <a:r>
                        <a:rPr lang="en-US" altLang="en-US" sz="1800" b="0" i="0" dirty="0">
                          <a:latin typeface="Times New Roman" panose="02020603050405020304" pitchFamily="18" charset="0"/>
                          <a:cs typeface="Times New Roman" panose="02020603050405020304" pitchFamily="18" charset="0"/>
                        </a:rPr>
                        <a:t>• Focus: Diabetes readmission data</a:t>
                      </a:r>
                      <a:endParaRPr lang="en-US" altLang="en-US" sz="1800" b="0" i="0" dirty="0">
                        <a:latin typeface="Times New Roman" panose="02020603050405020304" pitchFamily="18" charset="0"/>
                        <a:cs typeface="Times New Roman" panose="02020603050405020304" pitchFamily="18" charset="0"/>
                      </a:endParaRPr>
                    </a:p>
                    <a:p>
                      <a:pPr algn="l"/>
                      <a:r>
                        <a:rPr lang="en-US" altLang="en-US" sz="1800" b="0" i="0" dirty="0">
                          <a:latin typeface="Times New Roman" panose="02020603050405020304" pitchFamily="18" charset="0"/>
                          <a:cs typeface="Times New Roman" panose="02020603050405020304" pitchFamily="18" charset="0"/>
                        </a:rPr>
                        <a:t>• Design: Observational dataset</a:t>
                      </a:r>
                      <a:endParaRPr lang="en-US" altLang="en-US" sz="1800" b="0" i="0" dirty="0">
                        <a:latin typeface="Times New Roman" panose="02020603050405020304" pitchFamily="18" charset="0"/>
                        <a:cs typeface="Times New Roman" panose="02020603050405020304" pitchFamily="18" charset="0"/>
                      </a:endParaRPr>
                    </a:p>
                    <a:p>
                      <a:pPr algn="l"/>
                      <a:r>
                        <a:rPr lang="en-US" altLang="en-US" sz="1800" b="0" i="0" dirty="0">
                          <a:latin typeface="Times New Roman" panose="02020603050405020304" pitchFamily="18" charset="0"/>
                          <a:cs typeface="Times New Roman" panose="02020603050405020304" pitchFamily="18" charset="0"/>
                        </a:rPr>
                        <a:t>• Objectives: Support ML readmission studies</a:t>
                      </a:r>
                      <a:endParaRPr lang="en-US" altLang="en-US" sz="1800" b="0" i="0" dirty="0">
                        <a:latin typeface="Times New Roman" panose="02020603050405020304" pitchFamily="18" charset="0"/>
                        <a:cs typeface="Times New Roman" panose="02020603050405020304" pitchFamily="18" charset="0"/>
                      </a:endParaRPr>
                    </a:p>
                    <a:p>
                      <a:pPr algn="l"/>
                      <a:r>
                        <a:rPr lang="en-US" altLang="en-US" sz="1800" b="0" i="0" dirty="0">
                          <a:latin typeface="Times New Roman" panose="02020603050405020304" pitchFamily="18" charset="0"/>
                          <a:cs typeface="Times New Roman" panose="02020603050405020304" pitchFamily="18" charset="0"/>
                        </a:rPr>
                        <a:t>• Method: EHR data collection</a:t>
                      </a:r>
                      <a:endParaRPr lang="en-US" altLang="en-US" sz="1800" b="0" i="0" dirty="0">
                        <a:latin typeface="Times New Roman" panose="02020603050405020304" pitchFamily="18" charset="0"/>
                        <a:cs typeface="Times New Roman" panose="02020603050405020304" pitchFamily="18" charset="0"/>
                      </a:endParaRPr>
                    </a:p>
                    <a:p>
                      <a:pPr algn="l"/>
                      <a:r>
                        <a:rPr lang="en-US" altLang="en-US" sz="1800" b="0" i="0" dirty="0">
                          <a:latin typeface="Times New Roman" panose="02020603050405020304" pitchFamily="18" charset="0"/>
                          <a:cs typeface="Times New Roman" panose="02020603050405020304" pitchFamily="18" charset="0"/>
                        </a:rPr>
                        <a:t>• Sample Size: ~100,000 encounters, 130 US hospitals</a:t>
                      </a:r>
                      <a:endParaRPr lang="en-US" altLang="en-US" sz="1800" b="0" i="0" dirty="0">
                        <a:latin typeface="Times New Roman" panose="02020603050405020304" pitchFamily="18" charset="0"/>
                        <a:cs typeface="Times New Roman" panose="02020603050405020304" pitchFamily="18" charset="0"/>
                      </a:endParaRPr>
                    </a:p>
                  </a:txBody>
                  <a:tcPr/>
                </a:tc>
                <a:tc>
                  <a:txBody>
                    <a:bodyPr/>
                    <a:lstStyle/>
                    <a:p>
                      <a:pPr algn="l"/>
                      <a:r>
                        <a:rPr lang="en-US" altLang="en-US" sz="1800" b="0" i="0" dirty="0">
                          <a:latin typeface="Times New Roman" panose="02020603050405020304" pitchFamily="18" charset="0"/>
                          <a:cs typeface="Times New Roman" panose="02020603050405020304" pitchFamily="18" charset="0"/>
                        </a:rPr>
                        <a:t>• Standard benchmark for readmission prediction</a:t>
                      </a:r>
                      <a:endParaRPr lang="en-US" altLang="en-US" sz="1800" b="0" i="0" dirty="0">
                        <a:latin typeface="Times New Roman" panose="02020603050405020304" pitchFamily="18" charset="0"/>
                        <a:cs typeface="Times New Roman" panose="02020603050405020304" pitchFamily="18" charset="0"/>
                      </a:endParaRPr>
                    </a:p>
                    <a:p>
                      <a:pPr algn="l"/>
                      <a:r>
                        <a:rPr lang="en-US" altLang="en-US" sz="1800" b="0" i="0" dirty="0">
                          <a:latin typeface="Times New Roman" panose="02020603050405020304" pitchFamily="18" charset="0"/>
                          <a:cs typeface="Times New Roman" panose="02020603050405020304" pitchFamily="18" charset="0"/>
                        </a:rPr>
                        <a:t>• Includes demographics, diagnoses, drugs, LOS</a:t>
                      </a:r>
                      <a:endParaRPr lang="en-US" altLang="en-US" sz="1800" b="0" i="0" dirty="0">
                        <a:latin typeface="Times New Roman" panose="02020603050405020304" pitchFamily="18" charset="0"/>
                        <a:cs typeface="Times New Roman" panose="02020603050405020304" pitchFamily="18" charset="0"/>
                      </a:endParaRPr>
                    </a:p>
                    <a:p>
                      <a:pPr algn="l"/>
                      <a:r>
                        <a:rPr lang="en-US" altLang="en-US" sz="1800" b="0" i="0" dirty="0">
                          <a:latin typeface="Times New Roman" panose="02020603050405020304" pitchFamily="18" charset="0"/>
                          <a:cs typeface="Times New Roman" panose="02020603050405020304" pitchFamily="18" charset="0"/>
                        </a:rPr>
                        <a:t>• Suitable for ML healthcare research</a:t>
                      </a:r>
                      <a:endParaRPr lang="en-US" altLang="en-US" sz="1800" b="0" i="0" dirty="0">
                        <a:latin typeface="Times New Roman" panose="02020603050405020304" pitchFamily="18" charset="0"/>
                        <a:cs typeface="Times New Roman" panose="02020603050405020304" pitchFamily="18" charset="0"/>
                      </a:endParaRPr>
                    </a:p>
                  </a:txBody>
                  <a:tcPr/>
                </a:tc>
                <a:tc>
                  <a:txBody>
                    <a:bodyPr/>
                    <a:lstStyle/>
                    <a:p>
                      <a:pPr algn="l"/>
                      <a:r>
                        <a:rPr lang="en-US" altLang="en-US" sz="1800" b="0" i="0" dirty="0">
                          <a:latin typeface="Times New Roman" panose="02020603050405020304" pitchFamily="18" charset="0"/>
                          <a:cs typeface="Times New Roman" panose="02020603050405020304" pitchFamily="18" charset="0"/>
                        </a:rPr>
                        <a:t>• Missing values present</a:t>
                      </a:r>
                      <a:endParaRPr lang="en-US" altLang="en-US" sz="1800" b="0" i="0" dirty="0">
                        <a:latin typeface="Times New Roman" panose="02020603050405020304" pitchFamily="18" charset="0"/>
                        <a:cs typeface="Times New Roman" panose="02020603050405020304" pitchFamily="18" charset="0"/>
                      </a:endParaRPr>
                    </a:p>
                    <a:p>
                      <a:pPr algn="l"/>
                      <a:r>
                        <a:rPr lang="en-US" altLang="en-US" sz="1800" b="0" i="0" dirty="0">
                          <a:latin typeface="Times New Roman" panose="02020603050405020304" pitchFamily="18" charset="0"/>
                          <a:cs typeface="Times New Roman" panose="02020603050405020304" pitchFamily="18" charset="0"/>
                        </a:rPr>
                        <a:t>• Imbalanced readmission classes</a:t>
                      </a:r>
                      <a:endParaRPr lang="en-US" altLang="en-US" sz="1800" b="0" i="0" dirty="0">
                        <a:latin typeface="Times New Roman" panose="02020603050405020304" pitchFamily="18" charset="0"/>
                        <a:cs typeface="Times New Roman" panose="02020603050405020304" pitchFamily="18" charset="0"/>
                      </a:endParaRPr>
                    </a:p>
                    <a:p>
                      <a:pPr algn="l"/>
                      <a:r>
                        <a:rPr lang="en-US" altLang="en-US" sz="1800" b="0" i="0" dirty="0">
                          <a:latin typeface="Times New Roman" panose="02020603050405020304" pitchFamily="18" charset="0"/>
                          <a:cs typeface="Times New Roman" panose="02020603050405020304" pitchFamily="18" charset="0"/>
                        </a:rPr>
                        <a:t>• Limited clinical depth (BMI, progression)</a:t>
                      </a:r>
                      <a:endParaRPr lang="en-US" altLang="en-US" sz="1800" b="0" i="0" dirty="0">
                        <a:latin typeface="Times New Roman" panose="02020603050405020304" pitchFamily="18" charset="0"/>
                        <a:cs typeface="Times New Roman" panose="02020603050405020304" pitchFamily="18" charset="0"/>
                      </a:endParaRPr>
                    </a:p>
                    <a:p>
                      <a:pPr algn="l"/>
                      <a:r>
                        <a:rPr lang="en-US" altLang="en-US" sz="1800" b="0" i="0" dirty="0">
                          <a:latin typeface="Times New Roman" panose="02020603050405020304" pitchFamily="18" charset="0"/>
                          <a:cs typeface="Times New Roman" panose="02020603050405020304" pitchFamily="18" charset="0"/>
                        </a:rPr>
                        <a:t>• US-only data.</a:t>
                      </a:r>
                      <a:endParaRPr lang="en-US" altLang="en-US" sz="1800" b="0" i="0" dirty="0">
                        <a:latin typeface="Times New Roman" panose="02020603050405020304" pitchFamily="18" charset="0"/>
                        <a:cs typeface="Times New Roman" panose="02020603050405020304" pitchFamily="18" charset="0"/>
                      </a:endParaRPr>
                    </a:p>
                  </a:txBody>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B6F15528-21DE-4FAA-801E-634DDDAF4B2B}" type="slidenum">
              <a:rPr lang="en-US" smtClean="0">
                <a:solidFill>
                  <a:prstClr val="black">
                    <a:tint val="75000"/>
                  </a:prstClr>
                </a:solidFill>
              </a:rPr>
            </a:fld>
            <a:endParaRPr lang="en-US">
              <a:solidFill>
                <a:prstClr val="black">
                  <a:tint val="75000"/>
                </a:prstClr>
              </a:solidFill>
            </a:endParaRPr>
          </a:p>
        </p:txBody>
      </p:sp>
      <p:pic>
        <p:nvPicPr>
          <p:cNvPr id="6" name="Picture 5" descr="A picture containing text, clipart&#10;&#10;Description automatically generated"/>
          <p:cNvPicPr>
            <a:picLocks noChangeAspect="1"/>
          </p:cNvPicPr>
          <p:nvPr/>
        </p:nvPicPr>
        <p:blipFill>
          <a:blip r:embed="rId1"/>
          <a:stretch>
            <a:fillRect/>
          </a:stretch>
        </p:blipFill>
        <p:spPr>
          <a:xfrm>
            <a:off x="0" y="-14288"/>
            <a:ext cx="1042988" cy="1221786"/>
          </a:xfrm>
          <a:prstGeom prst="rect">
            <a:avLst/>
          </a:prstGeom>
        </p:spPr>
      </p:pic>
      <p:pic>
        <p:nvPicPr>
          <p:cNvPr id="8" name="Picture 7"/>
          <p:cNvPicPr>
            <a:picLocks noChangeAspect="1"/>
          </p:cNvPicPr>
          <p:nvPr/>
        </p:nvPicPr>
        <p:blipFill>
          <a:blip r:embed="rId2"/>
          <a:stretch>
            <a:fillRect/>
          </a:stretch>
        </p:blipFill>
        <p:spPr>
          <a:xfrm>
            <a:off x="-1" y="6248400"/>
            <a:ext cx="9144001" cy="613831"/>
          </a:xfrm>
          <a:prstGeom prst="rect">
            <a:avLst/>
          </a:prstGeom>
        </p:spPr>
      </p:pic>
      <p:sp>
        <p:nvSpPr>
          <p:cNvPr id="2" name="Title 1"/>
          <p:cNvSpPr>
            <a:spLocks noGrp="1"/>
          </p:cNvSpPr>
          <p:nvPr>
            <p:ph type="title"/>
          </p:nvPr>
        </p:nvSpPr>
        <p:spPr>
          <a:xfrm>
            <a:off x="457200" y="274638"/>
            <a:ext cx="8229600" cy="582594"/>
          </a:xfrm>
        </p:spPr>
        <p:txBody>
          <a:bodyPr>
            <a:noAutofit/>
          </a:bodyPr>
          <a:lstStyle/>
          <a:p>
            <a:r>
              <a:rPr lang="en-US" sz="3200" dirty="0">
                <a:latin typeface="Times New Roman" panose="02020603050405020304" pitchFamily="18" charset="0"/>
                <a:cs typeface="Times New Roman" panose="02020603050405020304" pitchFamily="18" charset="0"/>
              </a:rPr>
              <a:t>LITERATURE SURVEY</a:t>
            </a:r>
            <a:endParaRPr lang="en-US" sz="3200" dirty="0">
              <a:solidFill>
                <a:srgbClr val="FF0000"/>
              </a:solidFill>
              <a:latin typeface="Times New Roman" panose="02020603050405020304" pitchFamily="18" charset="0"/>
              <a:cs typeface="Times New Roman" panose="02020603050405020304" pitchFamily="18" charset="0"/>
            </a:endParaRPr>
          </a:p>
        </p:txBody>
      </p:sp>
      <p:graphicFrame>
        <p:nvGraphicFramePr>
          <p:cNvPr id="3" name="Content Placeholder 6"/>
          <p:cNvGraphicFramePr/>
          <p:nvPr>
            <p:custDataLst>
              <p:tags r:id="rId3"/>
            </p:custDataLst>
          </p:nvPr>
        </p:nvGraphicFramePr>
        <p:xfrm>
          <a:off x="122555" y="793750"/>
          <a:ext cx="8839200" cy="5419090"/>
        </p:xfrm>
        <a:graphic>
          <a:graphicData uri="http://schemas.openxmlformats.org/drawingml/2006/table">
            <a:tbl>
              <a:tblPr firstRow="1" bandRow="1">
                <a:tableStyleId>{5C22544A-7EE6-4342-B048-85BDC9FD1C3A}</a:tableStyleId>
              </a:tblPr>
              <a:tblGrid>
                <a:gridCol w="660400"/>
                <a:gridCol w="2148205"/>
                <a:gridCol w="2494915"/>
                <a:gridCol w="1767840"/>
                <a:gridCol w="1767840"/>
              </a:tblGrid>
              <a:tr h="1188720">
                <a:tc>
                  <a:txBody>
                    <a:bodyPr/>
                    <a:lstStyle/>
                    <a:p>
                      <a:r>
                        <a:rPr lang="en-US" sz="1800" i="0" dirty="0" err="1"/>
                        <a:t>Sr.No</a:t>
                      </a:r>
                      <a:endParaRPr lang="en-US" sz="1800" i="0" dirty="0"/>
                    </a:p>
                  </a:txBody>
                  <a:tcPr/>
                </a:tc>
                <a:tc>
                  <a:txBody>
                    <a:bodyPr/>
                    <a:lstStyle/>
                    <a:p>
                      <a:r>
                        <a:rPr lang="en-US" sz="1800" i="0" dirty="0"/>
                        <a:t>Title of the Article</a:t>
                      </a:r>
                      <a:endParaRPr lang="en-US" sz="1800" i="0" dirty="0"/>
                    </a:p>
                    <a:p>
                      <a:pPr marL="0" marR="0" indent="0" algn="l" defTabSz="914400" rtl="0" eaLnBrk="1" fontAlgn="auto" latinLnBrk="0" hangingPunct="1">
                        <a:lnSpc>
                          <a:spcPct val="100000"/>
                        </a:lnSpc>
                        <a:spcBef>
                          <a:spcPts val="0"/>
                        </a:spcBef>
                        <a:spcAft>
                          <a:spcPts val="0"/>
                        </a:spcAft>
                        <a:buClrTx/>
                        <a:buSzTx/>
                        <a:buFontTx/>
                        <a:buNone/>
                        <a:defRPr/>
                      </a:pPr>
                      <a:r>
                        <a:rPr lang="en-US" sz="1800" i="0" dirty="0"/>
                        <a:t>Author</a:t>
                      </a:r>
                      <a:endParaRPr lang="en-US" sz="1800" i="0" dirty="0"/>
                    </a:p>
                    <a:p>
                      <a:pPr marL="0" marR="0" indent="0" algn="l" defTabSz="914400" rtl="0" eaLnBrk="1" fontAlgn="auto" latinLnBrk="0" hangingPunct="1">
                        <a:lnSpc>
                          <a:spcPct val="100000"/>
                        </a:lnSpc>
                        <a:spcBef>
                          <a:spcPts val="0"/>
                        </a:spcBef>
                        <a:spcAft>
                          <a:spcPts val="0"/>
                        </a:spcAft>
                        <a:buClrTx/>
                        <a:buSzTx/>
                        <a:buFontTx/>
                        <a:buNone/>
                        <a:defRPr/>
                      </a:pPr>
                      <a:r>
                        <a:rPr lang="en-US" sz="1800" i="0" dirty="0"/>
                        <a:t>Year of publication</a:t>
                      </a:r>
                      <a:endParaRPr lang="en-US" sz="1800" i="0" dirty="0"/>
                    </a:p>
                    <a:p>
                      <a:endParaRPr lang="en-US" sz="1800" i="0" dirty="0"/>
                    </a:p>
                  </a:txBody>
                  <a:tcPr/>
                </a:tc>
                <a:tc>
                  <a:txBody>
                    <a:bodyPr/>
                    <a:lstStyle/>
                    <a:p>
                      <a:r>
                        <a:rPr lang="en-US" sz="1800" i="0" dirty="0"/>
                        <a:t> Focus of Study,</a:t>
                      </a:r>
                      <a:r>
                        <a:rPr lang="en-US" sz="1800" i="0" baseline="0" dirty="0"/>
                        <a:t> </a:t>
                      </a:r>
                      <a:r>
                        <a:rPr lang="en-US" sz="1800" i="0" dirty="0"/>
                        <a:t>Design, Objectives , Method used and Sample size</a:t>
                      </a:r>
                      <a:r>
                        <a:rPr lang="en-US" sz="1800" i="0" baseline="0" dirty="0"/>
                        <a:t> </a:t>
                      </a:r>
                      <a:endParaRPr lang="en-US" sz="1800" i="0" dirty="0"/>
                    </a:p>
                  </a:txBody>
                  <a:tcPr/>
                </a:tc>
                <a:tc>
                  <a:txBody>
                    <a:bodyPr/>
                    <a:lstStyle/>
                    <a:p>
                      <a:r>
                        <a:rPr lang="en-US" sz="1800" i="0" dirty="0"/>
                        <a:t>Findings of the study and their conclusions</a:t>
                      </a:r>
                      <a:endParaRPr lang="en-US" sz="1800" i="0" dirty="0"/>
                    </a:p>
                  </a:txBody>
                  <a:tcPr/>
                </a:tc>
                <a:tc>
                  <a:txBody>
                    <a:bodyPr/>
                    <a:lstStyle/>
                    <a:p>
                      <a:r>
                        <a:rPr lang="en-US" sz="1800" i="0" dirty="0"/>
                        <a:t>Remarks of the Scholar</a:t>
                      </a:r>
                      <a:endParaRPr lang="en-US" sz="1800" i="0" dirty="0"/>
                    </a:p>
                  </a:txBody>
                  <a:tcPr/>
                </a:tc>
              </a:tr>
              <a:tr h="4230370">
                <a:tc>
                  <a:txBody>
                    <a:bodyPr/>
                    <a:lstStyle/>
                    <a:p>
                      <a:r>
                        <a:rPr lang="en-US" sz="1800" b="0" i="0" dirty="0">
                          <a:latin typeface="Times New Roman" panose="02020603050405020304" pitchFamily="18" charset="0"/>
                          <a:cs typeface="Times New Roman" panose="02020603050405020304" pitchFamily="18" charset="0"/>
                        </a:rPr>
                        <a:t>2</a:t>
                      </a:r>
                      <a:endParaRPr lang="en-US" sz="1800" b="0" i="0" dirty="0">
                        <a:latin typeface="Times New Roman" panose="02020603050405020304" pitchFamily="18" charset="0"/>
                        <a:cs typeface="Times New Roman" panose="02020603050405020304" pitchFamily="18" charset="0"/>
                      </a:endParaRPr>
                    </a:p>
                  </a:txBody>
                  <a:tcPr/>
                </a:tc>
                <a:tc>
                  <a:txBody>
                    <a:bodyPr/>
                    <a:lstStyle/>
                    <a:p>
                      <a:pPr algn="l"/>
                      <a:r>
                        <a:rPr lang="en-US" altLang="en-US" sz="1800" b="0" i="0" dirty="0">
                          <a:latin typeface="Times New Roman" panose="02020603050405020304" pitchFamily="18" charset="0"/>
                          <a:cs typeface="Times New Roman" panose="02020603050405020304" pitchFamily="18" charset="0"/>
                        </a:rPr>
                        <a:t>The 30-days Hospital Readmission Risk in Diabetic Patients: Predictive Modeling with Machine Learning Classifiers</a:t>
                      </a:r>
                      <a:endParaRPr lang="en-US" altLang="en-US" sz="1800" b="0" i="0" dirty="0">
                        <a:latin typeface="Times New Roman" panose="02020603050405020304" pitchFamily="18" charset="0"/>
                        <a:cs typeface="Times New Roman" panose="02020603050405020304" pitchFamily="18" charset="0"/>
                      </a:endParaRPr>
                    </a:p>
                    <a:p>
                      <a:pPr algn="l"/>
                      <a:r>
                        <a:rPr lang="en-US" altLang="en-US" sz="1800" b="0" i="0" dirty="0">
                          <a:latin typeface="Times New Roman" panose="02020603050405020304" pitchFamily="18" charset="0"/>
                          <a:cs typeface="Times New Roman" panose="02020603050405020304" pitchFamily="18" charset="0"/>
                        </a:rPr>
                        <a:t>Shang et al., 2021</a:t>
                      </a:r>
                      <a:endParaRPr lang="en-US" altLang="en-US" sz="1800" b="0" i="0" dirty="0">
                        <a:latin typeface="Times New Roman" panose="02020603050405020304" pitchFamily="18" charset="0"/>
                        <a:cs typeface="Times New Roman" panose="02020603050405020304" pitchFamily="18" charset="0"/>
                      </a:endParaRPr>
                    </a:p>
                  </a:txBody>
                  <a:tcPr/>
                </a:tc>
                <a:tc>
                  <a:txBody>
                    <a:bodyPr/>
                    <a:lstStyle/>
                    <a:p>
                      <a:r>
                        <a:rPr lang="en-US" altLang="en-US" sz="1800" b="0" i="0" dirty="0">
                          <a:latin typeface="Times New Roman" panose="02020603050405020304" pitchFamily="18" charset="0"/>
                          <a:cs typeface="Times New Roman" panose="02020603050405020304" pitchFamily="18" charset="0"/>
                        </a:rPr>
                        <a:t>• Focus of Study: Prediction of 30-day hospital readmission in diabetic patients</a:t>
                      </a:r>
                      <a:endParaRPr lang="en-US" altLang="en-US" sz="1800" b="0" i="0" dirty="0">
                        <a:latin typeface="Times New Roman" panose="02020603050405020304" pitchFamily="18" charset="0"/>
                        <a:cs typeface="Times New Roman" panose="02020603050405020304" pitchFamily="18" charset="0"/>
                      </a:endParaRPr>
                    </a:p>
                    <a:p>
                      <a:r>
                        <a:rPr lang="en-US" altLang="en-US" sz="1800" b="0" i="0" dirty="0">
                          <a:latin typeface="Times New Roman" panose="02020603050405020304" pitchFamily="18" charset="0"/>
                          <a:cs typeface="Times New Roman" panose="02020603050405020304" pitchFamily="18" charset="0"/>
                        </a:rPr>
                        <a:t>• Design: Retrospective observational study</a:t>
                      </a:r>
                      <a:endParaRPr lang="en-US" altLang="en-US" sz="1800" b="0" i="0" dirty="0">
                        <a:latin typeface="Times New Roman" panose="02020603050405020304" pitchFamily="18" charset="0"/>
                        <a:cs typeface="Times New Roman" panose="02020603050405020304" pitchFamily="18" charset="0"/>
                      </a:endParaRPr>
                    </a:p>
                    <a:p>
                      <a:r>
                        <a:rPr lang="en-US" altLang="en-US" sz="1800" b="0" i="0" dirty="0">
                          <a:latin typeface="Times New Roman" panose="02020603050405020304" pitchFamily="18" charset="0"/>
                          <a:cs typeface="Times New Roman" panose="02020603050405020304" pitchFamily="18" charset="0"/>
                        </a:rPr>
                        <a:t>• Objectives: Identify high-risk patients using ML models</a:t>
                      </a:r>
                      <a:endParaRPr lang="en-US" altLang="en-US" sz="1800" b="0" i="0" dirty="0">
                        <a:latin typeface="Times New Roman" panose="02020603050405020304" pitchFamily="18" charset="0"/>
                        <a:cs typeface="Times New Roman" panose="02020603050405020304" pitchFamily="18" charset="0"/>
                      </a:endParaRPr>
                    </a:p>
                    <a:p>
                      <a:r>
                        <a:rPr lang="en-US" altLang="en-US" sz="1800" b="0" i="0" dirty="0">
                          <a:latin typeface="Times New Roman" panose="02020603050405020304" pitchFamily="18" charset="0"/>
                          <a:cs typeface="Times New Roman" panose="02020603050405020304" pitchFamily="18" charset="0"/>
                        </a:rPr>
                        <a:t>• Method Used: Random Forest, Naive Bayes, Tree Ensemble (KNIME)</a:t>
                      </a:r>
                      <a:endParaRPr lang="en-US" altLang="en-US" sz="1800" b="0" i="0" dirty="0">
                        <a:latin typeface="Times New Roman" panose="02020603050405020304" pitchFamily="18" charset="0"/>
                        <a:cs typeface="Times New Roman" panose="02020603050405020304" pitchFamily="18" charset="0"/>
                      </a:endParaRPr>
                    </a:p>
                    <a:p>
                      <a:r>
                        <a:rPr lang="en-US" altLang="en-US" sz="1800" b="0" i="0" dirty="0">
                          <a:latin typeface="Times New Roman" panose="02020603050405020304" pitchFamily="18" charset="0"/>
                          <a:cs typeface="Times New Roman" panose="02020603050405020304" pitchFamily="18" charset="0"/>
                        </a:rPr>
                        <a:t>• Sample Size: 100,244 diabetic inpatient records (Health Facts Database).</a:t>
                      </a:r>
                      <a:endParaRPr lang="en-US" altLang="en-US" sz="1800" b="0" i="0" dirty="0">
                        <a:latin typeface="Times New Roman" panose="02020603050405020304" pitchFamily="18" charset="0"/>
                        <a:cs typeface="Times New Roman" panose="02020603050405020304" pitchFamily="18" charset="0"/>
                      </a:endParaRPr>
                    </a:p>
                  </a:txBody>
                  <a:tcPr/>
                </a:tc>
                <a:tc>
                  <a:txBody>
                    <a:bodyPr/>
                    <a:lstStyle/>
                    <a:p>
                      <a:r>
                        <a:rPr lang="en-US" altLang="en-US" sz="1800" b="0" i="0" dirty="0">
                          <a:latin typeface="Times New Roman" panose="02020603050405020304" pitchFamily="18" charset="0"/>
                          <a:cs typeface="Times New Roman" panose="02020603050405020304" pitchFamily="18" charset="0"/>
                        </a:rPr>
                        <a:t>• Random Forest achieved the highest AUC performance</a:t>
                      </a:r>
                      <a:endParaRPr lang="en-US" altLang="en-US" sz="1800" b="0" i="0" dirty="0">
                        <a:latin typeface="Times New Roman" panose="02020603050405020304" pitchFamily="18" charset="0"/>
                        <a:cs typeface="Times New Roman" panose="02020603050405020304" pitchFamily="18" charset="0"/>
                      </a:endParaRPr>
                    </a:p>
                    <a:p>
                      <a:r>
                        <a:rPr lang="en-US" altLang="en-US" sz="1800" b="0" i="0" dirty="0">
                          <a:latin typeface="Times New Roman" panose="02020603050405020304" pitchFamily="18" charset="0"/>
                          <a:cs typeface="Times New Roman" panose="02020603050405020304" pitchFamily="18" charset="0"/>
                        </a:rPr>
                        <a:t>• Admission count, age, diagnosis, LOS, and sex were key predictors</a:t>
                      </a:r>
                      <a:endParaRPr lang="en-US" altLang="en-US" sz="1800" b="0" i="0" dirty="0">
                        <a:latin typeface="Times New Roman" panose="02020603050405020304" pitchFamily="18" charset="0"/>
                        <a:cs typeface="Times New Roman" panose="02020603050405020304" pitchFamily="18" charset="0"/>
                      </a:endParaRPr>
                    </a:p>
                    <a:p>
                      <a:r>
                        <a:rPr lang="en-US" altLang="en-US" sz="1800" b="0" i="0" dirty="0">
                          <a:latin typeface="Times New Roman" panose="02020603050405020304" pitchFamily="18" charset="0"/>
                          <a:cs typeface="Times New Roman" panose="02020603050405020304" pitchFamily="18" charset="0"/>
                        </a:rPr>
                        <a:t>• ML models support proactive readmission risk management</a:t>
                      </a:r>
                      <a:endParaRPr lang="en-US" altLang="en-US" sz="1800" b="0" i="0" dirty="0">
                        <a:latin typeface="Times New Roman" panose="02020603050405020304" pitchFamily="18" charset="0"/>
                        <a:cs typeface="Times New Roman" panose="02020603050405020304" pitchFamily="18" charset="0"/>
                      </a:endParaRPr>
                    </a:p>
                  </a:txBody>
                  <a:tcPr/>
                </a:tc>
                <a:tc>
                  <a:txBody>
                    <a:bodyPr/>
                    <a:lstStyle/>
                    <a:p>
                      <a:r>
                        <a:rPr lang="en-US" altLang="en-US" sz="1800" b="0" i="0" dirty="0">
                          <a:latin typeface="Times New Roman" panose="02020603050405020304" pitchFamily="18" charset="0"/>
                          <a:cs typeface="Times New Roman" panose="02020603050405020304" pitchFamily="18" charset="0"/>
                        </a:rPr>
                        <a:t>• Highly imbalanced dataset (11.22% readmitted &lt;30 days)</a:t>
                      </a:r>
                      <a:endParaRPr lang="en-US" altLang="en-US" sz="1800" b="0" i="0" dirty="0">
                        <a:latin typeface="Times New Roman" panose="02020603050405020304" pitchFamily="18" charset="0"/>
                        <a:cs typeface="Times New Roman" panose="02020603050405020304" pitchFamily="18" charset="0"/>
                      </a:endParaRPr>
                    </a:p>
                    <a:p>
                      <a:r>
                        <a:rPr lang="en-US" altLang="en-US" sz="1800" b="0" i="0" dirty="0">
                          <a:latin typeface="Times New Roman" panose="02020603050405020304" pitchFamily="18" charset="0"/>
                          <a:cs typeface="Times New Roman" panose="02020603050405020304" pitchFamily="18" charset="0"/>
                        </a:rPr>
                        <a:t>• Ambiguity between &lt;30 and &gt;30-day readmissions</a:t>
                      </a:r>
                      <a:endParaRPr lang="en-US" altLang="en-US" sz="1800" b="0" i="0" dirty="0">
                        <a:latin typeface="Times New Roman" panose="02020603050405020304" pitchFamily="18" charset="0"/>
                        <a:cs typeface="Times New Roman" panose="02020603050405020304" pitchFamily="18" charset="0"/>
                      </a:endParaRPr>
                    </a:p>
                    <a:p>
                      <a:r>
                        <a:rPr lang="en-US" altLang="en-US" sz="1800" b="0" i="0" dirty="0">
                          <a:latin typeface="Times New Roman" panose="02020603050405020304" pitchFamily="18" charset="0"/>
                          <a:cs typeface="Times New Roman" panose="02020603050405020304" pitchFamily="18" charset="0"/>
                        </a:rPr>
                        <a:t>• Public dataset with uncertain quality control.</a:t>
                      </a:r>
                      <a:endParaRPr lang="en-US" altLang="en-US" sz="1800" b="0" i="0" dirty="0">
                        <a:latin typeface="Times New Roman" panose="02020603050405020304" pitchFamily="18" charset="0"/>
                        <a:cs typeface="Times New Roman" panose="02020603050405020304" pitchFamily="18" charset="0"/>
                      </a:endParaRPr>
                    </a:p>
                  </a:txBody>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B6F15528-21DE-4FAA-801E-634DDDAF4B2B}" type="slidenum">
              <a:rPr lang="en-US" smtClean="0">
                <a:solidFill>
                  <a:prstClr val="black">
                    <a:tint val="75000"/>
                  </a:prstClr>
                </a:solidFill>
              </a:rPr>
            </a:fld>
            <a:endParaRPr lang="en-US">
              <a:solidFill>
                <a:prstClr val="black">
                  <a:tint val="75000"/>
                </a:prstClr>
              </a:solidFill>
            </a:endParaRPr>
          </a:p>
        </p:txBody>
      </p:sp>
      <p:pic>
        <p:nvPicPr>
          <p:cNvPr id="6" name="Picture 5" descr="A picture containing text, clipart&#10;&#10;Description automatically generated"/>
          <p:cNvPicPr>
            <a:picLocks noChangeAspect="1"/>
          </p:cNvPicPr>
          <p:nvPr/>
        </p:nvPicPr>
        <p:blipFill>
          <a:blip r:embed="rId1"/>
          <a:stretch>
            <a:fillRect/>
          </a:stretch>
        </p:blipFill>
        <p:spPr>
          <a:xfrm>
            <a:off x="0" y="-14288"/>
            <a:ext cx="1042988" cy="1221786"/>
          </a:xfrm>
          <a:prstGeom prst="rect">
            <a:avLst/>
          </a:prstGeom>
        </p:spPr>
      </p:pic>
      <p:pic>
        <p:nvPicPr>
          <p:cNvPr id="8" name="Picture 7"/>
          <p:cNvPicPr>
            <a:picLocks noChangeAspect="1"/>
          </p:cNvPicPr>
          <p:nvPr/>
        </p:nvPicPr>
        <p:blipFill>
          <a:blip r:embed="rId2"/>
          <a:stretch>
            <a:fillRect/>
          </a:stretch>
        </p:blipFill>
        <p:spPr>
          <a:xfrm>
            <a:off x="-1" y="6248400"/>
            <a:ext cx="9144001" cy="613831"/>
          </a:xfrm>
          <a:prstGeom prst="rect">
            <a:avLst/>
          </a:prstGeom>
        </p:spPr>
      </p:pic>
      <p:sp>
        <p:nvSpPr>
          <p:cNvPr id="2" name="Title 1"/>
          <p:cNvSpPr>
            <a:spLocks noGrp="1"/>
          </p:cNvSpPr>
          <p:nvPr>
            <p:ph type="title"/>
          </p:nvPr>
        </p:nvSpPr>
        <p:spPr>
          <a:xfrm>
            <a:off x="457200" y="274638"/>
            <a:ext cx="8229600" cy="582594"/>
          </a:xfrm>
        </p:spPr>
        <p:txBody>
          <a:bodyPr>
            <a:noAutofit/>
          </a:bodyPr>
          <a:lstStyle/>
          <a:p>
            <a:r>
              <a:rPr lang="en-US" sz="3200" dirty="0">
                <a:latin typeface="Times New Roman" panose="02020603050405020304" pitchFamily="18" charset="0"/>
                <a:cs typeface="Times New Roman" panose="02020603050405020304" pitchFamily="18" charset="0"/>
              </a:rPr>
              <a:t>LITERATURE SURVEY</a:t>
            </a:r>
            <a:endParaRPr lang="en-US" sz="3200" dirty="0">
              <a:solidFill>
                <a:srgbClr val="FF0000"/>
              </a:solidFill>
              <a:latin typeface="Times New Roman" panose="02020603050405020304" pitchFamily="18" charset="0"/>
              <a:cs typeface="Times New Roman" panose="02020603050405020304" pitchFamily="18" charset="0"/>
            </a:endParaRPr>
          </a:p>
        </p:txBody>
      </p:sp>
      <p:graphicFrame>
        <p:nvGraphicFramePr>
          <p:cNvPr id="3" name="Content Placeholder 6"/>
          <p:cNvGraphicFramePr/>
          <p:nvPr/>
        </p:nvGraphicFramePr>
        <p:xfrm>
          <a:off x="609600" y="908050"/>
          <a:ext cx="8077200" cy="5283200"/>
        </p:xfrm>
        <a:graphic>
          <a:graphicData uri="http://schemas.openxmlformats.org/drawingml/2006/table">
            <a:tbl>
              <a:tblPr firstRow="1" bandRow="1">
                <a:tableStyleId>{5C22544A-7EE6-4342-B048-85BDC9FD1C3A}</a:tableStyleId>
              </a:tblPr>
              <a:tblGrid>
                <a:gridCol w="603250"/>
                <a:gridCol w="1962785"/>
                <a:gridCol w="2280285"/>
                <a:gridCol w="1615440"/>
                <a:gridCol w="1615440"/>
              </a:tblGrid>
              <a:tr h="1188720">
                <a:tc>
                  <a:txBody>
                    <a:bodyPr/>
                    <a:lstStyle/>
                    <a:p>
                      <a:r>
                        <a:rPr lang="en-US" sz="1800" i="0" dirty="0" err="1"/>
                        <a:t>Sr.No</a:t>
                      </a:r>
                      <a:endParaRPr lang="en-US" sz="1800" i="0" dirty="0"/>
                    </a:p>
                  </a:txBody>
                  <a:tcPr/>
                </a:tc>
                <a:tc>
                  <a:txBody>
                    <a:bodyPr/>
                    <a:lstStyle/>
                    <a:p>
                      <a:r>
                        <a:rPr lang="en-US" sz="1800" i="0" dirty="0"/>
                        <a:t>Title of the Article</a:t>
                      </a:r>
                      <a:endParaRPr lang="en-US" sz="1800" i="0" dirty="0"/>
                    </a:p>
                    <a:p>
                      <a:pPr marL="0" marR="0" indent="0" algn="l" defTabSz="914400" rtl="0" eaLnBrk="1" fontAlgn="auto" latinLnBrk="0" hangingPunct="1">
                        <a:lnSpc>
                          <a:spcPct val="100000"/>
                        </a:lnSpc>
                        <a:spcBef>
                          <a:spcPts val="0"/>
                        </a:spcBef>
                        <a:spcAft>
                          <a:spcPts val="0"/>
                        </a:spcAft>
                        <a:buClrTx/>
                        <a:buSzTx/>
                        <a:buFontTx/>
                        <a:buNone/>
                        <a:defRPr/>
                      </a:pPr>
                      <a:r>
                        <a:rPr lang="en-US" sz="1800" i="0" dirty="0"/>
                        <a:t>Author</a:t>
                      </a:r>
                      <a:endParaRPr lang="en-US" sz="1800" i="0" dirty="0"/>
                    </a:p>
                    <a:p>
                      <a:pPr marL="0" marR="0" indent="0" algn="l" defTabSz="914400" rtl="0" eaLnBrk="1" fontAlgn="auto" latinLnBrk="0" hangingPunct="1">
                        <a:lnSpc>
                          <a:spcPct val="100000"/>
                        </a:lnSpc>
                        <a:spcBef>
                          <a:spcPts val="0"/>
                        </a:spcBef>
                        <a:spcAft>
                          <a:spcPts val="0"/>
                        </a:spcAft>
                        <a:buClrTx/>
                        <a:buSzTx/>
                        <a:buFontTx/>
                        <a:buNone/>
                        <a:defRPr/>
                      </a:pPr>
                      <a:r>
                        <a:rPr lang="en-US" sz="1800" i="0" dirty="0"/>
                        <a:t>Year of publication</a:t>
                      </a:r>
                      <a:endParaRPr lang="en-US" sz="1800" i="0" dirty="0"/>
                    </a:p>
                    <a:p>
                      <a:endParaRPr lang="en-US" sz="1800" i="0" dirty="0"/>
                    </a:p>
                  </a:txBody>
                  <a:tcPr/>
                </a:tc>
                <a:tc>
                  <a:txBody>
                    <a:bodyPr/>
                    <a:lstStyle/>
                    <a:p>
                      <a:r>
                        <a:rPr lang="en-US" sz="1800" i="0" dirty="0"/>
                        <a:t> Focus of Study,</a:t>
                      </a:r>
                      <a:r>
                        <a:rPr lang="en-US" sz="1800" i="0" baseline="0" dirty="0"/>
                        <a:t> </a:t>
                      </a:r>
                      <a:r>
                        <a:rPr lang="en-US" sz="1800" i="0" dirty="0"/>
                        <a:t>Design, Objectives , Method used and Sample size</a:t>
                      </a:r>
                      <a:r>
                        <a:rPr lang="en-US" sz="1800" i="0" baseline="0" dirty="0"/>
                        <a:t> </a:t>
                      </a:r>
                      <a:endParaRPr lang="en-US" sz="1800" i="0" dirty="0"/>
                    </a:p>
                  </a:txBody>
                  <a:tcPr/>
                </a:tc>
                <a:tc>
                  <a:txBody>
                    <a:bodyPr/>
                    <a:lstStyle/>
                    <a:p>
                      <a:r>
                        <a:rPr lang="en-US" sz="1800" i="0" dirty="0"/>
                        <a:t>Findings of the study and their conclusions</a:t>
                      </a:r>
                      <a:endParaRPr lang="en-US" sz="1800" i="0" dirty="0"/>
                    </a:p>
                  </a:txBody>
                  <a:tcPr/>
                </a:tc>
                <a:tc>
                  <a:txBody>
                    <a:bodyPr/>
                    <a:lstStyle/>
                    <a:p>
                      <a:r>
                        <a:rPr lang="en-US" sz="1800" i="0" dirty="0"/>
                        <a:t>Remarks of the Scholar</a:t>
                      </a:r>
                      <a:endParaRPr lang="en-US" sz="1800" i="0" dirty="0"/>
                    </a:p>
                  </a:txBody>
                  <a:tcPr/>
                </a:tc>
              </a:tr>
              <a:tr h="4094480">
                <a:tc>
                  <a:txBody>
                    <a:bodyPr/>
                    <a:lstStyle/>
                    <a:p>
                      <a:r>
                        <a:rPr lang="en-US" sz="1800" b="0" i="0" dirty="0">
                          <a:latin typeface="Times New Roman" panose="02020603050405020304" pitchFamily="18" charset="0"/>
                          <a:cs typeface="Times New Roman" panose="02020603050405020304" pitchFamily="18" charset="0"/>
                        </a:rPr>
                        <a:t>3</a:t>
                      </a:r>
                      <a:endParaRPr lang="en-US" sz="1800" b="0" i="0" dirty="0">
                        <a:latin typeface="Times New Roman" panose="02020603050405020304" pitchFamily="18" charset="0"/>
                        <a:cs typeface="Times New Roman" panose="02020603050405020304" pitchFamily="18" charset="0"/>
                      </a:endParaRPr>
                    </a:p>
                  </a:txBody>
                  <a:tcPr/>
                </a:tc>
                <a:tc>
                  <a:txBody>
                    <a:bodyPr/>
                    <a:lstStyle/>
                    <a:p>
                      <a:pPr algn="l"/>
                      <a:r>
                        <a:rPr lang="en-US" altLang="en-US" sz="1800" b="0" i="0" dirty="0">
                          <a:latin typeface="Times New Roman" panose="02020603050405020304" pitchFamily="18" charset="0"/>
                          <a:cs typeface="Times New Roman" panose="02020603050405020304" pitchFamily="18" charset="0"/>
                        </a:rPr>
                        <a:t>OpenFL: The Open Federated Learning Library</a:t>
                      </a:r>
                      <a:endParaRPr lang="en-US" altLang="en-US" sz="1800" b="0" i="0" dirty="0">
                        <a:latin typeface="Times New Roman" panose="02020603050405020304" pitchFamily="18" charset="0"/>
                        <a:cs typeface="Times New Roman" panose="02020603050405020304" pitchFamily="18" charset="0"/>
                      </a:endParaRPr>
                    </a:p>
                    <a:p>
                      <a:pPr algn="l"/>
                      <a:r>
                        <a:rPr lang="en-US" altLang="en-US" sz="1800" b="0" i="0" dirty="0">
                          <a:latin typeface="Times New Roman" panose="02020603050405020304" pitchFamily="18" charset="0"/>
                          <a:cs typeface="Times New Roman" panose="02020603050405020304" pitchFamily="18" charset="0"/>
                        </a:rPr>
                        <a:t>Foley et al., 2022</a:t>
                      </a:r>
                      <a:endParaRPr lang="en-US" altLang="en-US" sz="1800" b="0" i="0" dirty="0">
                        <a:latin typeface="Times New Roman" panose="02020603050405020304" pitchFamily="18" charset="0"/>
                        <a:cs typeface="Times New Roman" panose="02020603050405020304" pitchFamily="18" charset="0"/>
                      </a:endParaRPr>
                    </a:p>
                  </a:txBody>
                  <a:tcPr/>
                </a:tc>
                <a:tc>
                  <a:txBody>
                    <a:bodyPr/>
                    <a:lstStyle/>
                    <a:p>
                      <a:r>
                        <a:rPr lang="en-US" altLang="en-US" sz="1800" b="0" i="0" dirty="0">
                          <a:latin typeface="Times New Roman" panose="02020603050405020304" pitchFamily="18" charset="0"/>
                          <a:cs typeface="Times New Roman" panose="02020603050405020304" pitchFamily="18" charset="0"/>
                        </a:rPr>
                        <a:t>• Focus: Privacy-preserving federated ML/DL</a:t>
                      </a:r>
                      <a:endParaRPr lang="en-US" altLang="en-US" sz="1800" b="0" i="0" dirty="0">
                        <a:latin typeface="Times New Roman" panose="02020603050405020304" pitchFamily="18" charset="0"/>
                        <a:cs typeface="Times New Roman" panose="02020603050405020304" pitchFamily="18" charset="0"/>
                      </a:endParaRPr>
                    </a:p>
                    <a:p>
                      <a:r>
                        <a:rPr lang="en-US" altLang="en-US" sz="1800" b="0" i="0" dirty="0">
                          <a:latin typeface="Times New Roman" panose="02020603050405020304" pitchFamily="18" charset="0"/>
                          <a:cs typeface="Times New Roman" panose="02020603050405020304" pitchFamily="18" charset="0"/>
                        </a:rPr>
                        <a:t>• Design: Open-source FL framework</a:t>
                      </a:r>
                      <a:endParaRPr lang="en-US" altLang="en-US" sz="1800" b="0" i="0" dirty="0">
                        <a:latin typeface="Times New Roman" panose="02020603050405020304" pitchFamily="18" charset="0"/>
                        <a:cs typeface="Times New Roman" panose="02020603050405020304" pitchFamily="18" charset="0"/>
                      </a:endParaRPr>
                    </a:p>
                    <a:p>
                      <a:r>
                        <a:rPr lang="en-US" altLang="en-US" sz="1800" b="0" i="0" dirty="0">
                          <a:latin typeface="Times New Roman" panose="02020603050405020304" pitchFamily="18" charset="0"/>
                          <a:cs typeface="Times New Roman" panose="02020603050405020304" pitchFamily="18" charset="0"/>
                        </a:rPr>
                        <a:t>• Objective: Collaborative training without data sharing</a:t>
                      </a:r>
                      <a:endParaRPr lang="en-US" altLang="en-US" sz="1800" b="0" i="0" dirty="0">
                        <a:latin typeface="Times New Roman" panose="02020603050405020304" pitchFamily="18" charset="0"/>
                        <a:cs typeface="Times New Roman" panose="02020603050405020304" pitchFamily="18" charset="0"/>
                      </a:endParaRPr>
                    </a:p>
                    <a:p>
                      <a:r>
                        <a:rPr lang="en-US" altLang="en-US" sz="1800" b="0" i="0" dirty="0">
                          <a:latin typeface="Times New Roman" panose="02020603050405020304" pitchFamily="18" charset="0"/>
                          <a:cs typeface="Times New Roman" panose="02020603050405020304" pitchFamily="18" charset="0"/>
                        </a:rPr>
                        <a:t>• Method: Aggregation-based FL, secure RPCs, mTLS, PKI, optional TEE</a:t>
                      </a:r>
                      <a:endParaRPr lang="en-US" altLang="en-US" sz="1800" b="0" i="0" dirty="0">
                        <a:latin typeface="Times New Roman" panose="02020603050405020304" pitchFamily="18" charset="0"/>
                        <a:cs typeface="Times New Roman" panose="02020603050405020304" pitchFamily="18" charset="0"/>
                      </a:endParaRPr>
                    </a:p>
                    <a:p>
                      <a:r>
                        <a:rPr lang="en-US" altLang="en-US" sz="1800" b="0" i="0" dirty="0">
                          <a:latin typeface="Times New Roman" panose="02020603050405020304" pitchFamily="18" charset="0"/>
                          <a:cs typeface="Times New Roman" panose="02020603050405020304" pitchFamily="18" charset="0"/>
                        </a:rPr>
                        <a:t>• Sample Size: No fixed dataset; real-world federations (e.g., 71 healthcare sites).</a:t>
                      </a:r>
                      <a:endParaRPr lang="en-US" altLang="en-US" sz="1800" b="0" i="0" dirty="0">
                        <a:latin typeface="Times New Roman" panose="02020603050405020304" pitchFamily="18" charset="0"/>
                        <a:cs typeface="Times New Roman" panose="02020603050405020304" pitchFamily="18" charset="0"/>
                      </a:endParaRPr>
                    </a:p>
                  </a:txBody>
                  <a:tcPr/>
                </a:tc>
                <a:tc>
                  <a:txBody>
                    <a:bodyPr/>
                    <a:lstStyle/>
                    <a:p>
                      <a:r>
                        <a:rPr lang="en-US" altLang="en-US" sz="1800" b="0" i="0" dirty="0">
                          <a:latin typeface="Times New Roman" panose="02020603050405020304" pitchFamily="18" charset="0"/>
                          <a:cs typeface="Times New Roman" panose="02020603050405020304" pitchFamily="18" charset="0"/>
                        </a:rPr>
                        <a:t>• Achieves performance comparable to centralized learning.</a:t>
                      </a:r>
                      <a:endParaRPr lang="en-US" altLang="en-US" sz="1800" b="0" i="0" dirty="0">
                        <a:latin typeface="Times New Roman" panose="02020603050405020304" pitchFamily="18" charset="0"/>
                        <a:cs typeface="Times New Roman" panose="02020603050405020304" pitchFamily="18" charset="0"/>
                      </a:endParaRPr>
                    </a:p>
                    <a:p>
                      <a:r>
                        <a:rPr lang="en-US" altLang="en-US" sz="1800" b="0" i="0" dirty="0">
                          <a:latin typeface="Times New Roman" panose="02020603050405020304" pitchFamily="18" charset="0"/>
                          <a:cs typeface="Times New Roman" panose="02020603050405020304" pitchFamily="18" charset="0"/>
                        </a:rPr>
                        <a:t>• Scalable and secure for real-world deployment.</a:t>
                      </a:r>
                      <a:endParaRPr lang="en-US" altLang="en-US" sz="1800" b="0" i="0" dirty="0">
                        <a:latin typeface="Times New Roman" panose="02020603050405020304" pitchFamily="18" charset="0"/>
                        <a:cs typeface="Times New Roman" panose="02020603050405020304" pitchFamily="18" charset="0"/>
                      </a:endParaRPr>
                    </a:p>
                    <a:p>
                      <a:r>
                        <a:rPr lang="en-US" altLang="en-US" sz="1800" dirty="0">
                          <a:latin typeface="Times New Roman" panose="02020603050405020304" pitchFamily="18" charset="0"/>
                          <a:cs typeface="Times New Roman" panose="02020603050405020304" pitchFamily="18" charset="0"/>
                          <a:sym typeface="+mn-ea"/>
                        </a:rPr>
                        <a:t>• Enables easy migration of centralized models to FL.</a:t>
                      </a:r>
                      <a:endParaRPr lang="en-US" altLang="en-US" sz="1800" b="0" i="0" dirty="0">
                        <a:latin typeface="Times New Roman" panose="02020603050405020304" pitchFamily="18" charset="0"/>
                        <a:cs typeface="Times New Roman" panose="02020603050405020304" pitchFamily="18" charset="0"/>
                      </a:endParaRPr>
                    </a:p>
                  </a:txBody>
                  <a:tcPr/>
                </a:tc>
                <a:tc>
                  <a:txBody>
                    <a:bodyPr/>
                    <a:lstStyle/>
                    <a:p>
                      <a:r>
                        <a:rPr lang="en-US" altLang="en-US" sz="1800" b="0" i="0" dirty="0">
                          <a:latin typeface="Times New Roman" panose="02020603050405020304" pitchFamily="18" charset="0"/>
                          <a:cs typeface="Times New Roman" panose="02020603050405020304" pitchFamily="18" charset="0"/>
                        </a:rPr>
                        <a:t>• Limited support for vertical federated learning</a:t>
                      </a:r>
                      <a:endParaRPr lang="en-US" altLang="en-US" sz="1800" b="0" i="0" dirty="0">
                        <a:latin typeface="Times New Roman" panose="02020603050405020304" pitchFamily="18" charset="0"/>
                        <a:cs typeface="Times New Roman" panose="02020603050405020304" pitchFamily="18" charset="0"/>
                      </a:endParaRPr>
                    </a:p>
                    <a:p>
                      <a:r>
                        <a:rPr lang="en-US" altLang="en-US" sz="1800" b="0" i="0" dirty="0">
                          <a:latin typeface="Times New Roman" panose="02020603050405020304" pitchFamily="18" charset="0"/>
                          <a:cs typeface="Times New Roman" panose="02020603050405020304" pitchFamily="18" charset="0"/>
                        </a:rPr>
                        <a:t>• Hub-and-spoke topology only (no full P2P).</a:t>
                      </a:r>
                      <a:endParaRPr lang="en-US" altLang="en-US" sz="1800" b="0" i="0" dirty="0">
                        <a:latin typeface="Times New Roman" panose="02020603050405020304" pitchFamily="18" charset="0"/>
                        <a:cs typeface="Times New Roman" panose="02020603050405020304" pitchFamily="18" charset="0"/>
                      </a:endParaRPr>
                    </a:p>
                    <a:p>
                      <a:r>
                        <a:rPr lang="en-US" altLang="en-US" sz="1800" b="0" i="0" dirty="0">
                          <a:latin typeface="Times New Roman" panose="02020603050405020304" pitchFamily="18" charset="0"/>
                          <a:cs typeface="Times New Roman" panose="02020603050405020304" pitchFamily="18" charset="0"/>
                        </a:rPr>
                        <a:t>• • Security setup (PKI, mTLS, TEE) increases deployment complexity.</a:t>
                      </a:r>
                      <a:endParaRPr lang="en-US" altLang="en-US" sz="1800" b="0" i="0" dirty="0">
                        <a:latin typeface="Times New Roman" panose="02020603050405020304" pitchFamily="18" charset="0"/>
                        <a:cs typeface="Times New Roman" panose="02020603050405020304" pitchFamily="18" charset="0"/>
                      </a:endParaRPr>
                    </a:p>
                  </a:txBody>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B6F15528-21DE-4FAA-801E-634DDDAF4B2B}" type="slidenum">
              <a:rPr lang="en-US" smtClean="0">
                <a:solidFill>
                  <a:prstClr val="black">
                    <a:tint val="75000"/>
                  </a:prstClr>
                </a:solidFill>
              </a:rPr>
            </a:fld>
            <a:endParaRPr lang="en-US">
              <a:solidFill>
                <a:prstClr val="black">
                  <a:tint val="75000"/>
                </a:prstClr>
              </a:solidFill>
            </a:endParaRPr>
          </a:p>
        </p:txBody>
      </p:sp>
      <p:pic>
        <p:nvPicPr>
          <p:cNvPr id="6" name="Picture 5" descr="A picture containing text, clipart&#10;&#10;Description automatically generated"/>
          <p:cNvPicPr>
            <a:picLocks noChangeAspect="1"/>
          </p:cNvPicPr>
          <p:nvPr/>
        </p:nvPicPr>
        <p:blipFill>
          <a:blip r:embed="rId1"/>
          <a:stretch>
            <a:fillRect/>
          </a:stretch>
        </p:blipFill>
        <p:spPr>
          <a:xfrm>
            <a:off x="0" y="-14288"/>
            <a:ext cx="1042988" cy="1221786"/>
          </a:xfrm>
          <a:prstGeom prst="rect">
            <a:avLst/>
          </a:prstGeom>
        </p:spPr>
      </p:pic>
      <p:pic>
        <p:nvPicPr>
          <p:cNvPr id="8" name="Picture 7"/>
          <p:cNvPicPr>
            <a:picLocks noChangeAspect="1"/>
          </p:cNvPicPr>
          <p:nvPr/>
        </p:nvPicPr>
        <p:blipFill>
          <a:blip r:embed="rId2"/>
          <a:stretch>
            <a:fillRect/>
          </a:stretch>
        </p:blipFill>
        <p:spPr>
          <a:xfrm>
            <a:off x="-1" y="6248400"/>
            <a:ext cx="9144001" cy="613831"/>
          </a:xfrm>
          <a:prstGeom prst="rect">
            <a:avLst/>
          </a:prstGeom>
        </p:spPr>
      </p:pic>
      <p:sp>
        <p:nvSpPr>
          <p:cNvPr id="2" name="Title 1"/>
          <p:cNvSpPr>
            <a:spLocks noGrp="1"/>
          </p:cNvSpPr>
          <p:nvPr>
            <p:ph type="title"/>
          </p:nvPr>
        </p:nvSpPr>
        <p:spPr>
          <a:xfrm>
            <a:off x="457200" y="274638"/>
            <a:ext cx="8229600" cy="582594"/>
          </a:xfrm>
        </p:spPr>
        <p:txBody>
          <a:bodyPr>
            <a:noAutofit/>
          </a:bodyPr>
          <a:lstStyle/>
          <a:p>
            <a:r>
              <a:rPr lang="en-US" sz="3200" dirty="0">
                <a:latin typeface="Times New Roman" panose="02020603050405020304" pitchFamily="18" charset="0"/>
                <a:cs typeface="Times New Roman" panose="02020603050405020304" pitchFamily="18" charset="0"/>
              </a:rPr>
              <a:t>LITERATURE SURVEY</a:t>
            </a:r>
            <a:endParaRPr lang="en-US" sz="3200" dirty="0">
              <a:solidFill>
                <a:srgbClr val="FF0000"/>
              </a:solidFill>
              <a:latin typeface="Times New Roman" panose="02020603050405020304" pitchFamily="18" charset="0"/>
              <a:cs typeface="Times New Roman" panose="02020603050405020304" pitchFamily="18" charset="0"/>
            </a:endParaRPr>
          </a:p>
        </p:txBody>
      </p:sp>
      <p:graphicFrame>
        <p:nvGraphicFramePr>
          <p:cNvPr id="3" name="Content Placeholder 6"/>
          <p:cNvGraphicFramePr/>
          <p:nvPr/>
        </p:nvGraphicFramePr>
        <p:xfrm>
          <a:off x="609600" y="908050"/>
          <a:ext cx="8077200" cy="5283200"/>
        </p:xfrm>
        <a:graphic>
          <a:graphicData uri="http://schemas.openxmlformats.org/drawingml/2006/table">
            <a:tbl>
              <a:tblPr firstRow="1" bandRow="1">
                <a:tableStyleId>{5C22544A-7EE6-4342-B048-85BDC9FD1C3A}</a:tableStyleId>
              </a:tblPr>
              <a:tblGrid>
                <a:gridCol w="603250"/>
                <a:gridCol w="1962785"/>
                <a:gridCol w="2280285"/>
                <a:gridCol w="1615440"/>
                <a:gridCol w="1615440"/>
              </a:tblGrid>
              <a:tr h="1188720">
                <a:tc>
                  <a:txBody>
                    <a:bodyPr/>
                    <a:lstStyle/>
                    <a:p>
                      <a:r>
                        <a:rPr lang="en-US" sz="1800" i="0" dirty="0" err="1"/>
                        <a:t>Sr.No</a:t>
                      </a:r>
                      <a:endParaRPr lang="en-US" sz="1800" i="0" dirty="0"/>
                    </a:p>
                  </a:txBody>
                  <a:tcPr/>
                </a:tc>
                <a:tc>
                  <a:txBody>
                    <a:bodyPr/>
                    <a:lstStyle/>
                    <a:p>
                      <a:r>
                        <a:rPr lang="en-US" sz="1800" i="0" dirty="0"/>
                        <a:t>Title of the Article</a:t>
                      </a:r>
                      <a:endParaRPr lang="en-US" sz="1800" i="0" dirty="0"/>
                    </a:p>
                    <a:p>
                      <a:pPr marL="0" marR="0" indent="0" algn="l" defTabSz="914400" rtl="0" eaLnBrk="1" fontAlgn="auto" latinLnBrk="0" hangingPunct="1">
                        <a:lnSpc>
                          <a:spcPct val="100000"/>
                        </a:lnSpc>
                        <a:spcBef>
                          <a:spcPts val="0"/>
                        </a:spcBef>
                        <a:spcAft>
                          <a:spcPts val="0"/>
                        </a:spcAft>
                        <a:buClrTx/>
                        <a:buSzTx/>
                        <a:buFontTx/>
                        <a:buNone/>
                        <a:defRPr/>
                      </a:pPr>
                      <a:r>
                        <a:rPr lang="en-US" sz="1800" i="0" dirty="0"/>
                        <a:t>Author</a:t>
                      </a:r>
                      <a:endParaRPr lang="en-US" sz="1800" i="0" dirty="0"/>
                    </a:p>
                    <a:p>
                      <a:pPr marL="0" marR="0" indent="0" algn="l" defTabSz="914400" rtl="0" eaLnBrk="1" fontAlgn="auto" latinLnBrk="0" hangingPunct="1">
                        <a:lnSpc>
                          <a:spcPct val="100000"/>
                        </a:lnSpc>
                        <a:spcBef>
                          <a:spcPts val="0"/>
                        </a:spcBef>
                        <a:spcAft>
                          <a:spcPts val="0"/>
                        </a:spcAft>
                        <a:buClrTx/>
                        <a:buSzTx/>
                        <a:buFontTx/>
                        <a:buNone/>
                        <a:defRPr/>
                      </a:pPr>
                      <a:r>
                        <a:rPr lang="en-US" sz="1800" i="0" dirty="0"/>
                        <a:t>Year of publication</a:t>
                      </a:r>
                      <a:endParaRPr lang="en-US" sz="1800" i="0" dirty="0"/>
                    </a:p>
                    <a:p>
                      <a:endParaRPr lang="en-US" sz="1800" i="0" dirty="0"/>
                    </a:p>
                  </a:txBody>
                  <a:tcPr/>
                </a:tc>
                <a:tc>
                  <a:txBody>
                    <a:bodyPr/>
                    <a:lstStyle/>
                    <a:p>
                      <a:r>
                        <a:rPr lang="en-US" sz="1800" i="0" dirty="0"/>
                        <a:t> Focus of Study,</a:t>
                      </a:r>
                      <a:r>
                        <a:rPr lang="en-US" sz="1800" i="0" baseline="0" dirty="0"/>
                        <a:t> </a:t>
                      </a:r>
                      <a:r>
                        <a:rPr lang="en-US" sz="1800" i="0" dirty="0"/>
                        <a:t>Design, Objectives , Method used and Sample size</a:t>
                      </a:r>
                      <a:r>
                        <a:rPr lang="en-US" sz="1800" i="0" baseline="0" dirty="0"/>
                        <a:t> </a:t>
                      </a:r>
                      <a:endParaRPr lang="en-US" sz="1800" i="0" dirty="0"/>
                    </a:p>
                  </a:txBody>
                  <a:tcPr/>
                </a:tc>
                <a:tc>
                  <a:txBody>
                    <a:bodyPr/>
                    <a:lstStyle/>
                    <a:p>
                      <a:r>
                        <a:rPr lang="en-US" sz="1800" i="0" dirty="0"/>
                        <a:t>Findings of the study and their conclusions</a:t>
                      </a:r>
                      <a:endParaRPr lang="en-US" sz="1800" i="0" dirty="0"/>
                    </a:p>
                  </a:txBody>
                  <a:tcPr/>
                </a:tc>
                <a:tc>
                  <a:txBody>
                    <a:bodyPr/>
                    <a:lstStyle/>
                    <a:p>
                      <a:r>
                        <a:rPr lang="en-US" sz="1800" i="0" dirty="0"/>
                        <a:t>Remarks of the Scholar</a:t>
                      </a:r>
                      <a:endParaRPr lang="en-US" sz="1800" i="0" dirty="0"/>
                    </a:p>
                  </a:txBody>
                  <a:tcPr/>
                </a:tc>
              </a:tr>
              <a:tr h="4094480">
                <a:tc>
                  <a:txBody>
                    <a:bodyPr/>
                    <a:lstStyle/>
                    <a:p>
                      <a:r>
                        <a:rPr lang="en-US" sz="1800" b="0" i="0" dirty="0">
                          <a:latin typeface="Times New Roman" panose="02020603050405020304" pitchFamily="18" charset="0"/>
                          <a:cs typeface="Times New Roman" panose="02020603050405020304" pitchFamily="18" charset="0"/>
                        </a:rPr>
                        <a:t>4</a:t>
                      </a:r>
                      <a:endParaRPr lang="en-US" sz="1800" b="0" i="0" dirty="0">
                        <a:latin typeface="Times New Roman" panose="02020603050405020304" pitchFamily="18" charset="0"/>
                        <a:cs typeface="Times New Roman" panose="02020603050405020304" pitchFamily="18" charset="0"/>
                      </a:endParaRPr>
                    </a:p>
                  </a:txBody>
                  <a:tcPr/>
                </a:tc>
                <a:tc>
                  <a:txBody>
                    <a:bodyPr/>
                    <a:lstStyle/>
                    <a:p>
                      <a:pPr algn="l"/>
                      <a:r>
                        <a:rPr lang="en-US" altLang="en-US" sz="1800" b="0" i="0" dirty="0">
                          <a:latin typeface="Times New Roman" panose="02020603050405020304" pitchFamily="18" charset="0"/>
                          <a:cs typeface="Times New Roman" panose="02020603050405020304" pitchFamily="18" charset="0"/>
                        </a:rPr>
                        <a:t>Hospital Readmission Risk Predictor for Diabetic Patients Using XGBoost</a:t>
                      </a:r>
                      <a:endParaRPr lang="en-US" altLang="en-US" sz="1800" b="0" i="0" dirty="0">
                        <a:latin typeface="Times New Roman" panose="02020603050405020304" pitchFamily="18" charset="0"/>
                        <a:cs typeface="Times New Roman" panose="02020603050405020304" pitchFamily="18" charset="0"/>
                      </a:endParaRPr>
                    </a:p>
                    <a:p>
                      <a:pPr algn="l"/>
                      <a:r>
                        <a:rPr lang="en-US" altLang="en-US" sz="1800" b="0" i="0" dirty="0">
                          <a:latin typeface="Times New Roman" panose="02020603050405020304" pitchFamily="18" charset="0"/>
                          <a:cs typeface="Times New Roman" panose="02020603050405020304" pitchFamily="18" charset="0"/>
                        </a:rPr>
                        <a:t>Nareddy K. Reddy et al., IEEE, 2023</a:t>
                      </a:r>
                      <a:endParaRPr lang="en-US" altLang="en-US" sz="1800" b="0" i="0" dirty="0">
                        <a:latin typeface="Times New Roman" panose="02020603050405020304" pitchFamily="18" charset="0"/>
                        <a:cs typeface="Times New Roman" panose="02020603050405020304" pitchFamily="18" charset="0"/>
                      </a:endParaRPr>
                    </a:p>
                  </a:txBody>
                  <a:tcPr/>
                </a:tc>
                <a:tc>
                  <a:txBody>
                    <a:bodyPr/>
                    <a:lstStyle/>
                    <a:p>
                      <a:r>
                        <a:rPr lang="en-US" altLang="en-US" sz="1800" b="0" i="0" dirty="0">
                          <a:latin typeface="Times New Roman" panose="02020603050405020304" pitchFamily="18" charset="0"/>
                          <a:cs typeface="Times New Roman" panose="02020603050405020304" pitchFamily="18" charset="0"/>
                        </a:rPr>
                        <a:t>• Focus: 30-day diabetic readmission prediction</a:t>
                      </a:r>
                      <a:endParaRPr lang="en-US" altLang="en-US" sz="1800" b="0" i="0" dirty="0">
                        <a:latin typeface="Times New Roman" panose="02020603050405020304" pitchFamily="18" charset="0"/>
                        <a:cs typeface="Times New Roman" panose="02020603050405020304" pitchFamily="18" charset="0"/>
                      </a:endParaRPr>
                    </a:p>
                    <a:p>
                      <a:r>
                        <a:rPr lang="en-US" altLang="en-US" sz="1800" b="0" i="0" dirty="0">
                          <a:latin typeface="Times New Roman" panose="02020603050405020304" pitchFamily="18" charset="0"/>
                          <a:cs typeface="Times New Roman" panose="02020603050405020304" pitchFamily="18" charset="0"/>
                        </a:rPr>
                        <a:t>• Design: ML-based study</a:t>
                      </a:r>
                      <a:endParaRPr lang="en-US" altLang="en-US" sz="1800" b="0" i="0" dirty="0">
                        <a:latin typeface="Times New Roman" panose="02020603050405020304" pitchFamily="18" charset="0"/>
                        <a:cs typeface="Times New Roman" panose="02020603050405020304" pitchFamily="18" charset="0"/>
                      </a:endParaRPr>
                    </a:p>
                    <a:p>
                      <a:r>
                        <a:rPr lang="en-US" altLang="en-US" sz="1800" b="0" i="0" dirty="0">
                          <a:latin typeface="Times New Roman" panose="02020603050405020304" pitchFamily="18" charset="0"/>
                          <a:cs typeface="Times New Roman" panose="02020603050405020304" pitchFamily="18" charset="0"/>
                        </a:rPr>
                        <a:t>• Objective: Early high-risk patient identification</a:t>
                      </a:r>
                      <a:endParaRPr lang="en-US" altLang="en-US" sz="1800" b="0" i="0" dirty="0">
                        <a:latin typeface="Times New Roman" panose="02020603050405020304" pitchFamily="18" charset="0"/>
                        <a:cs typeface="Times New Roman" panose="02020603050405020304" pitchFamily="18" charset="0"/>
                      </a:endParaRPr>
                    </a:p>
                    <a:p>
                      <a:r>
                        <a:rPr lang="en-US" altLang="en-US" sz="1800" b="0" i="0" dirty="0">
                          <a:latin typeface="Times New Roman" panose="02020603050405020304" pitchFamily="18" charset="0"/>
                          <a:cs typeface="Times New Roman" panose="02020603050405020304" pitchFamily="18" charset="0"/>
                        </a:rPr>
                        <a:t>• Method: XGBoost on EHR data; ROC-AUC, PR, accuracy; Streamlit UI</a:t>
                      </a:r>
                      <a:endParaRPr lang="en-US" altLang="en-US" sz="1800" b="0" i="0" dirty="0">
                        <a:latin typeface="Times New Roman" panose="02020603050405020304" pitchFamily="18" charset="0"/>
                        <a:cs typeface="Times New Roman" panose="02020603050405020304" pitchFamily="18" charset="0"/>
                      </a:endParaRPr>
                    </a:p>
                    <a:p>
                      <a:r>
                        <a:rPr lang="en-US" altLang="en-US" sz="1800" b="0" i="0" dirty="0">
                          <a:latin typeface="Times New Roman" panose="02020603050405020304" pitchFamily="18" charset="0"/>
                          <a:cs typeface="Times New Roman" panose="02020603050405020304" pitchFamily="18" charset="0"/>
                        </a:rPr>
                        <a:t>• Sample Size: 100,000+ records (UCI Diabetes 130-US Hospitals)</a:t>
                      </a:r>
                      <a:endParaRPr lang="en-US" altLang="en-US" sz="1800" b="0" i="0" dirty="0">
                        <a:latin typeface="Times New Roman" panose="02020603050405020304" pitchFamily="18" charset="0"/>
                        <a:cs typeface="Times New Roman" panose="02020603050405020304" pitchFamily="18" charset="0"/>
                      </a:endParaRPr>
                    </a:p>
                  </a:txBody>
                  <a:tcPr/>
                </a:tc>
                <a:tc>
                  <a:txBody>
                    <a:bodyPr/>
                    <a:lstStyle/>
                    <a:p>
                      <a:r>
                        <a:rPr lang="en-US" altLang="en-US" sz="1800" b="0" i="0" dirty="0">
                          <a:latin typeface="Times New Roman" panose="02020603050405020304" pitchFamily="18" charset="0"/>
                          <a:cs typeface="Times New Roman" panose="02020603050405020304" pitchFamily="18" charset="0"/>
                        </a:rPr>
                        <a:t>• Handles high-dimensional EHR data well</a:t>
                      </a:r>
                      <a:endParaRPr lang="en-US" altLang="en-US" sz="1800" b="0" i="0" dirty="0">
                        <a:latin typeface="Times New Roman" panose="02020603050405020304" pitchFamily="18" charset="0"/>
                        <a:cs typeface="Times New Roman" panose="02020603050405020304" pitchFamily="18" charset="0"/>
                      </a:endParaRPr>
                    </a:p>
                    <a:p>
                      <a:r>
                        <a:rPr lang="en-US" altLang="en-US" sz="1800" b="0" i="0" dirty="0">
                          <a:latin typeface="Times New Roman" panose="02020603050405020304" pitchFamily="18" charset="0"/>
                          <a:cs typeface="Times New Roman" panose="02020603050405020304" pitchFamily="18" charset="0"/>
                        </a:rPr>
                        <a:t>• Provides real-time risk and probability outputs</a:t>
                      </a:r>
                      <a:endParaRPr lang="en-US" altLang="en-US" sz="1800" b="0" i="0" dirty="0">
                        <a:latin typeface="Times New Roman" panose="02020603050405020304" pitchFamily="18" charset="0"/>
                        <a:cs typeface="Times New Roman" panose="02020603050405020304" pitchFamily="18" charset="0"/>
                      </a:endParaRPr>
                    </a:p>
                    <a:p>
                      <a:r>
                        <a:rPr lang="en-US" altLang="en-US" sz="1800" b="0" i="0" dirty="0">
                          <a:latin typeface="Times New Roman" panose="02020603050405020304" pitchFamily="18" charset="0"/>
                          <a:cs typeface="Times New Roman" panose="02020603050405020304" pitchFamily="18" charset="0"/>
                        </a:rPr>
                        <a:t>• Supports clinical decision-making</a:t>
                      </a:r>
                      <a:endParaRPr lang="en-US" altLang="en-US" sz="1800" b="0" i="0" dirty="0">
                        <a:latin typeface="Times New Roman" panose="02020603050405020304" pitchFamily="18" charset="0"/>
                        <a:cs typeface="Times New Roman" panose="02020603050405020304" pitchFamily="18" charset="0"/>
                      </a:endParaRPr>
                    </a:p>
                  </a:txBody>
                  <a:tcPr/>
                </a:tc>
                <a:tc>
                  <a:txBody>
                    <a:bodyPr/>
                    <a:lstStyle/>
                    <a:p>
                      <a:r>
                        <a:rPr lang="en-US" altLang="en-US" sz="1800" b="0" i="0" dirty="0">
                          <a:latin typeface="Times New Roman" panose="02020603050405020304" pitchFamily="18" charset="0"/>
                          <a:cs typeface="Times New Roman" panose="02020603050405020304" pitchFamily="18" charset="0"/>
                        </a:rPr>
                        <a:t>• US-only dataset</a:t>
                      </a:r>
                      <a:endParaRPr lang="en-US" altLang="en-US" sz="1800" b="0" i="0" dirty="0">
                        <a:latin typeface="Times New Roman" panose="02020603050405020304" pitchFamily="18" charset="0"/>
                        <a:cs typeface="Times New Roman" panose="02020603050405020304" pitchFamily="18" charset="0"/>
                      </a:endParaRPr>
                    </a:p>
                    <a:p>
                      <a:r>
                        <a:rPr lang="en-US" altLang="en-US" sz="1800" b="0" i="0" dirty="0">
                          <a:latin typeface="Times New Roman" panose="02020603050405020304" pitchFamily="18" charset="0"/>
                          <a:cs typeface="Times New Roman" panose="02020603050405020304" pitchFamily="18" charset="0"/>
                        </a:rPr>
                        <a:t>• Imbalanced readmission classes</a:t>
                      </a:r>
                      <a:endParaRPr lang="en-US" altLang="en-US" sz="1800" b="0" i="0" dirty="0">
                        <a:latin typeface="Times New Roman" panose="02020603050405020304" pitchFamily="18" charset="0"/>
                        <a:cs typeface="Times New Roman" panose="02020603050405020304" pitchFamily="18" charset="0"/>
                      </a:endParaRPr>
                    </a:p>
                    <a:p>
                      <a:r>
                        <a:rPr lang="en-US" altLang="en-US" sz="1800" b="0" i="0" dirty="0">
                          <a:latin typeface="Times New Roman" panose="02020603050405020304" pitchFamily="18" charset="0"/>
                          <a:cs typeface="Times New Roman" panose="02020603050405020304" pitchFamily="18" charset="0"/>
                        </a:rPr>
                        <a:t>• Limited clinical depth</a:t>
                      </a:r>
                      <a:endParaRPr lang="en-US" altLang="en-US" sz="1800" b="0" i="0" dirty="0">
                        <a:latin typeface="Times New Roman" panose="02020603050405020304" pitchFamily="18" charset="0"/>
                        <a:cs typeface="Times New Roman" panose="02020603050405020304" pitchFamily="18" charset="0"/>
                      </a:endParaRPr>
                    </a:p>
                    <a:p>
                      <a:r>
                        <a:rPr lang="en-US" altLang="en-US" sz="1800" b="0" i="0" dirty="0">
                          <a:latin typeface="Times New Roman" panose="02020603050405020304" pitchFamily="18" charset="0"/>
                          <a:cs typeface="Times New Roman" panose="02020603050405020304" pitchFamily="18" charset="0"/>
                        </a:rPr>
                        <a:t>• No external validation</a:t>
                      </a:r>
                      <a:endParaRPr lang="en-US" altLang="en-US" sz="1800" b="0" i="0" dirty="0">
                        <a:latin typeface="Times New Roman" panose="02020603050405020304" pitchFamily="18" charset="0"/>
                        <a:cs typeface="Times New Roman" panose="02020603050405020304" pitchFamily="18" charset="0"/>
                      </a:endParaRPr>
                    </a:p>
                  </a:txBody>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B6F15528-21DE-4FAA-801E-634DDDAF4B2B}" type="slidenum">
              <a:rPr lang="en-US" smtClean="0">
                <a:solidFill>
                  <a:prstClr val="black">
                    <a:tint val="75000"/>
                  </a:prstClr>
                </a:solidFill>
              </a:rPr>
            </a:fld>
            <a:endParaRPr lang="en-US">
              <a:solidFill>
                <a:prstClr val="black">
                  <a:tint val="75000"/>
                </a:prstClr>
              </a:solidFill>
            </a:endParaRPr>
          </a:p>
        </p:txBody>
      </p:sp>
      <p:pic>
        <p:nvPicPr>
          <p:cNvPr id="6" name="Picture 5" descr="A picture containing text, clipart&#10;&#10;Description automatically generated"/>
          <p:cNvPicPr>
            <a:picLocks noChangeAspect="1"/>
          </p:cNvPicPr>
          <p:nvPr/>
        </p:nvPicPr>
        <p:blipFill>
          <a:blip r:embed="rId1"/>
          <a:stretch>
            <a:fillRect/>
          </a:stretch>
        </p:blipFill>
        <p:spPr>
          <a:xfrm>
            <a:off x="0" y="-14288"/>
            <a:ext cx="1042988" cy="1221786"/>
          </a:xfrm>
          <a:prstGeom prst="rect">
            <a:avLst/>
          </a:prstGeom>
        </p:spPr>
      </p:pic>
      <p:pic>
        <p:nvPicPr>
          <p:cNvPr id="8" name="Picture 7"/>
          <p:cNvPicPr>
            <a:picLocks noChangeAspect="1"/>
          </p:cNvPicPr>
          <p:nvPr/>
        </p:nvPicPr>
        <p:blipFill>
          <a:blip r:embed="rId2"/>
          <a:stretch>
            <a:fillRect/>
          </a:stretch>
        </p:blipFill>
        <p:spPr>
          <a:xfrm>
            <a:off x="-1" y="6248400"/>
            <a:ext cx="9144001" cy="613831"/>
          </a:xfrm>
          <a:prstGeom prst="rect">
            <a:avLst/>
          </a:prstGeom>
        </p:spPr>
      </p:pic>
      <p:sp>
        <p:nvSpPr>
          <p:cNvPr id="2" name="Title 1"/>
          <p:cNvSpPr>
            <a:spLocks noGrp="1"/>
          </p:cNvSpPr>
          <p:nvPr>
            <p:ph type="title"/>
          </p:nvPr>
        </p:nvSpPr>
        <p:spPr>
          <a:xfrm>
            <a:off x="457200" y="274638"/>
            <a:ext cx="8229600" cy="582594"/>
          </a:xfrm>
        </p:spPr>
        <p:txBody>
          <a:bodyPr>
            <a:noAutofit/>
          </a:bodyPr>
          <a:lstStyle/>
          <a:p>
            <a:r>
              <a:rPr lang="en-US" sz="3200" dirty="0">
                <a:latin typeface="Times New Roman" panose="02020603050405020304" pitchFamily="18" charset="0"/>
                <a:cs typeface="Times New Roman" panose="02020603050405020304" pitchFamily="18" charset="0"/>
              </a:rPr>
              <a:t>LITERATURE SURVEY</a:t>
            </a:r>
            <a:endParaRPr lang="en-US" sz="3200" dirty="0">
              <a:solidFill>
                <a:srgbClr val="FF0000"/>
              </a:solidFill>
              <a:latin typeface="Times New Roman" panose="02020603050405020304" pitchFamily="18" charset="0"/>
              <a:cs typeface="Times New Roman" panose="02020603050405020304" pitchFamily="18" charset="0"/>
            </a:endParaRPr>
          </a:p>
        </p:txBody>
      </p:sp>
      <p:graphicFrame>
        <p:nvGraphicFramePr>
          <p:cNvPr id="3" name="Content Placeholder 6"/>
          <p:cNvGraphicFramePr/>
          <p:nvPr>
            <p:custDataLst>
              <p:tags r:id="rId3"/>
            </p:custDataLst>
          </p:nvPr>
        </p:nvGraphicFramePr>
        <p:xfrm>
          <a:off x="609600" y="908050"/>
          <a:ext cx="8077200" cy="5166995"/>
        </p:xfrm>
        <a:graphic>
          <a:graphicData uri="http://schemas.openxmlformats.org/drawingml/2006/table">
            <a:tbl>
              <a:tblPr firstRow="1" bandRow="1">
                <a:tableStyleId>{5C22544A-7EE6-4342-B048-85BDC9FD1C3A}</a:tableStyleId>
              </a:tblPr>
              <a:tblGrid>
                <a:gridCol w="603250"/>
                <a:gridCol w="1962785"/>
                <a:gridCol w="2280285"/>
                <a:gridCol w="1615440"/>
                <a:gridCol w="1615440"/>
              </a:tblGrid>
              <a:tr h="1188720">
                <a:tc>
                  <a:txBody>
                    <a:bodyPr/>
                    <a:lstStyle/>
                    <a:p>
                      <a:r>
                        <a:rPr lang="en-US" sz="1800" i="0" dirty="0" err="1"/>
                        <a:t>Sr.No</a:t>
                      </a:r>
                      <a:endParaRPr lang="en-US" sz="1800" i="0" dirty="0"/>
                    </a:p>
                  </a:txBody>
                  <a:tcPr/>
                </a:tc>
                <a:tc>
                  <a:txBody>
                    <a:bodyPr/>
                    <a:lstStyle/>
                    <a:p>
                      <a:r>
                        <a:rPr lang="en-US" sz="1800" i="0" dirty="0"/>
                        <a:t>Title of the Article</a:t>
                      </a:r>
                      <a:endParaRPr lang="en-US" sz="1800" i="0" dirty="0"/>
                    </a:p>
                    <a:p>
                      <a:pPr marL="0" marR="0" indent="0" algn="l" defTabSz="914400" rtl="0" eaLnBrk="1" fontAlgn="auto" latinLnBrk="0" hangingPunct="1">
                        <a:lnSpc>
                          <a:spcPct val="100000"/>
                        </a:lnSpc>
                        <a:spcBef>
                          <a:spcPts val="0"/>
                        </a:spcBef>
                        <a:spcAft>
                          <a:spcPts val="0"/>
                        </a:spcAft>
                        <a:buClrTx/>
                        <a:buSzTx/>
                        <a:buFontTx/>
                        <a:buNone/>
                        <a:defRPr/>
                      </a:pPr>
                      <a:r>
                        <a:rPr lang="en-US" sz="1800" i="0" dirty="0"/>
                        <a:t>Author</a:t>
                      </a:r>
                      <a:endParaRPr lang="en-US" sz="1800" i="0" dirty="0"/>
                    </a:p>
                    <a:p>
                      <a:pPr marL="0" marR="0" indent="0" algn="l" defTabSz="914400" rtl="0" eaLnBrk="1" fontAlgn="auto" latinLnBrk="0" hangingPunct="1">
                        <a:lnSpc>
                          <a:spcPct val="100000"/>
                        </a:lnSpc>
                        <a:spcBef>
                          <a:spcPts val="0"/>
                        </a:spcBef>
                        <a:spcAft>
                          <a:spcPts val="0"/>
                        </a:spcAft>
                        <a:buClrTx/>
                        <a:buSzTx/>
                        <a:buFontTx/>
                        <a:buNone/>
                        <a:defRPr/>
                      </a:pPr>
                      <a:r>
                        <a:rPr lang="en-US" sz="1800" i="0" dirty="0"/>
                        <a:t>Year of publication</a:t>
                      </a:r>
                      <a:endParaRPr lang="en-US" sz="1800" i="0" dirty="0"/>
                    </a:p>
                    <a:p>
                      <a:endParaRPr lang="en-US" sz="1800" i="0" dirty="0"/>
                    </a:p>
                  </a:txBody>
                  <a:tcPr/>
                </a:tc>
                <a:tc>
                  <a:txBody>
                    <a:bodyPr/>
                    <a:lstStyle/>
                    <a:p>
                      <a:r>
                        <a:rPr lang="en-US" sz="1800" i="0" dirty="0"/>
                        <a:t> Focus of Study,</a:t>
                      </a:r>
                      <a:r>
                        <a:rPr lang="en-US" sz="1800" i="0" baseline="0" dirty="0"/>
                        <a:t> </a:t>
                      </a:r>
                      <a:r>
                        <a:rPr lang="en-US" sz="1800" i="0" dirty="0"/>
                        <a:t>Design, Objectives , Method used and Sample size</a:t>
                      </a:r>
                      <a:r>
                        <a:rPr lang="en-US" sz="1800" i="0" baseline="0" dirty="0"/>
                        <a:t> </a:t>
                      </a:r>
                      <a:endParaRPr lang="en-US" sz="1800" i="0" dirty="0"/>
                    </a:p>
                  </a:txBody>
                  <a:tcPr/>
                </a:tc>
                <a:tc>
                  <a:txBody>
                    <a:bodyPr/>
                    <a:lstStyle/>
                    <a:p>
                      <a:r>
                        <a:rPr lang="en-US" sz="1800" i="0" dirty="0"/>
                        <a:t>Findings of the study and their conclusions</a:t>
                      </a:r>
                      <a:endParaRPr lang="en-US" sz="1800" i="0" dirty="0"/>
                    </a:p>
                  </a:txBody>
                  <a:tcPr/>
                </a:tc>
                <a:tc>
                  <a:txBody>
                    <a:bodyPr/>
                    <a:lstStyle/>
                    <a:p>
                      <a:r>
                        <a:rPr lang="en-US" sz="1800" i="0" dirty="0"/>
                        <a:t>Remarks of the Scholar</a:t>
                      </a:r>
                      <a:endParaRPr lang="en-US" sz="1800" i="0" dirty="0"/>
                    </a:p>
                  </a:txBody>
                  <a:tcPr/>
                </a:tc>
              </a:tr>
              <a:tr h="3978275">
                <a:tc>
                  <a:txBody>
                    <a:bodyPr/>
                    <a:lstStyle/>
                    <a:p>
                      <a:r>
                        <a:rPr lang="en-US" sz="1800" b="0" i="0" dirty="0">
                          <a:latin typeface="Times New Roman" panose="02020603050405020304" pitchFamily="18" charset="0"/>
                          <a:cs typeface="Times New Roman" panose="02020603050405020304" pitchFamily="18" charset="0"/>
                        </a:rPr>
                        <a:t>5</a:t>
                      </a:r>
                      <a:endParaRPr lang="en-US" sz="1800" b="0" i="0" dirty="0">
                        <a:latin typeface="Times New Roman" panose="02020603050405020304" pitchFamily="18" charset="0"/>
                        <a:cs typeface="Times New Roman" panose="02020603050405020304" pitchFamily="18" charset="0"/>
                      </a:endParaRPr>
                    </a:p>
                  </a:txBody>
                  <a:tcPr/>
                </a:tc>
                <a:tc>
                  <a:txBody>
                    <a:bodyPr/>
                    <a:lstStyle/>
                    <a:p>
                      <a:pPr algn="l"/>
                      <a:r>
                        <a:rPr lang="en-US" altLang="en-US" sz="1800" b="0" i="0" dirty="0">
                          <a:latin typeface="Times New Roman" panose="02020603050405020304" pitchFamily="18" charset="0"/>
                          <a:cs typeface="Times New Roman" panose="02020603050405020304" pitchFamily="18" charset="0"/>
                        </a:rPr>
                        <a:t>Addressing Privacy-Preservation in Healthcare Using Federated Learning: A Survey</a:t>
                      </a:r>
                      <a:endParaRPr lang="en-US" altLang="en-US" sz="1800" b="0" i="0" dirty="0">
                        <a:latin typeface="Times New Roman" panose="02020603050405020304" pitchFamily="18" charset="0"/>
                        <a:cs typeface="Times New Roman" panose="02020603050405020304" pitchFamily="18" charset="0"/>
                      </a:endParaRPr>
                    </a:p>
                    <a:p>
                      <a:pPr algn="l"/>
                      <a:r>
                        <a:rPr lang="en-US" altLang="en-US" sz="1800" b="0" i="0" dirty="0">
                          <a:latin typeface="Times New Roman" panose="02020603050405020304" pitchFamily="18" charset="0"/>
                          <a:cs typeface="Times New Roman" panose="02020603050405020304" pitchFamily="18" charset="0"/>
                        </a:rPr>
                        <a:t>Faria Karamat et al., 2025</a:t>
                      </a:r>
                      <a:endParaRPr lang="en-US" altLang="en-US" sz="1800" b="0" i="0" dirty="0">
                        <a:latin typeface="Times New Roman" panose="02020603050405020304" pitchFamily="18" charset="0"/>
                        <a:cs typeface="Times New Roman" panose="02020603050405020304" pitchFamily="18" charset="0"/>
                      </a:endParaRPr>
                    </a:p>
                  </a:txBody>
                  <a:tcPr/>
                </a:tc>
                <a:tc>
                  <a:txBody>
                    <a:bodyPr/>
                    <a:lstStyle/>
                    <a:p>
                      <a:r>
                        <a:rPr lang="en-US" altLang="en-US" sz="1800" b="0" i="0" dirty="0">
                          <a:latin typeface="Times New Roman" panose="02020603050405020304" pitchFamily="18" charset="0"/>
                          <a:cs typeface="Times New Roman" panose="02020603050405020304" pitchFamily="18" charset="0"/>
                        </a:rPr>
                        <a:t>• Focus: Privacy-preserving healthcare ML</a:t>
                      </a:r>
                      <a:endParaRPr lang="en-US" altLang="en-US" sz="1800" b="0" i="0" dirty="0">
                        <a:latin typeface="Times New Roman" panose="02020603050405020304" pitchFamily="18" charset="0"/>
                        <a:cs typeface="Times New Roman" panose="02020603050405020304" pitchFamily="18" charset="0"/>
                      </a:endParaRPr>
                    </a:p>
                    <a:p>
                      <a:r>
                        <a:rPr lang="en-US" altLang="en-US" sz="1800" b="0" i="0" dirty="0">
                          <a:latin typeface="Times New Roman" panose="02020603050405020304" pitchFamily="18" charset="0"/>
                          <a:cs typeface="Times New Roman" panose="02020603050405020304" pitchFamily="18" charset="0"/>
                        </a:rPr>
                        <a:t>• Design: Survey study</a:t>
                      </a:r>
                      <a:endParaRPr lang="en-US" altLang="en-US" sz="1800" b="0" i="0" dirty="0">
                        <a:latin typeface="Times New Roman" panose="02020603050405020304" pitchFamily="18" charset="0"/>
                        <a:cs typeface="Times New Roman" panose="02020603050405020304" pitchFamily="18" charset="0"/>
                      </a:endParaRPr>
                    </a:p>
                    <a:p>
                      <a:r>
                        <a:rPr lang="en-US" altLang="en-US" sz="1800" b="0" i="0" dirty="0">
                          <a:latin typeface="Times New Roman" panose="02020603050405020304" pitchFamily="18" charset="0"/>
                          <a:cs typeface="Times New Roman" panose="02020603050405020304" pitchFamily="18" charset="0"/>
                        </a:rPr>
                        <a:t>• Objectives: Review FL for healthcare privacy</a:t>
                      </a:r>
                      <a:endParaRPr lang="en-US" altLang="en-US" sz="1800" b="0" i="0" dirty="0">
                        <a:latin typeface="Times New Roman" panose="02020603050405020304" pitchFamily="18" charset="0"/>
                        <a:cs typeface="Times New Roman" panose="02020603050405020304" pitchFamily="18" charset="0"/>
                      </a:endParaRPr>
                    </a:p>
                    <a:p>
                      <a:r>
                        <a:rPr lang="en-US" altLang="en-US" sz="1800" b="0" i="0" dirty="0">
                          <a:latin typeface="Times New Roman" panose="02020603050405020304" pitchFamily="18" charset="0"/>
                          <a:cs typeface="Times New Roman" panose="02020603050405020304" pitchFamily="18" charset="0"/>
                        </a:rPr>
                        <a:t>• Method: Survey of FL architectures &amp; encryption methods</a:t>
                      </a:r>
                      <a:endParaRPr lang="en-US" altLang="en-US" sz="1800" b="0" i="0" dirty="0">
                        <a:latin typeface="Times New Roman" panose="02020603050405020304" pitchFamily="18" charset="0"/>
                        <a:cs typeface="Times New Roman" panose="02020603050405020304" pitchFamily="18" charset="0"/>
                      </a:endParaRPr>
                    </a:p>
                    <a:p>
                      <a:r>
                        <a:rPr lang="en-US" altLang="en-US" sz="1800" b="0" i="0" dirty="0">
                          <a:latin typeface="Times New Roman" panose="02020603050405020304" pitchFamily="18" charset="0"/>
                          <a:cs typeface="Times New Roman" panose="02020603050405020304" pitchFamily="18" charset="0"/>
                        </a:rPr>
                        <a:t>• Sample Size: Not applicable (review paper)</a:t>
                      </a:r>
                      <a:endParaRPr lang="en-US" altLang="en-US" sz="1800" b="0" i="0" dirty="0">
                        <a:latin typeface="Times New Roman" panose="02020603050405020304" pitchFamily="18" charset="0"/>
                        <a:cs typeface="Times New Roman" panose="02020603050405020304" pitchFamily="18" charset="0"/>
                      </a:endParaRPr>
                    </a:p>
                  </a:txBody>
                  <a:tcPr/>
                </a:tc>
                <a:tc>
                  <a:txBody>
                    <a:bodyPr/>
                    <a:lstStyle/>
                    <a:p>
                      <a:r>
                        <a:rPr lang="en-US" altLang="en-US" sz="1800" b="0" i="0" dirty="0">
                          <a:latin typeface="Times New Roman" panose="02020603050405020304" pitchFamily="18" charset="0"/>
                          <a:cs typeface="Times New Roman" panose="02020603050405020304" pitchFamily="18" charset="0"/>
                        </a:rPr>
                        <a:t>• FL enables decentralized learning without data sharing</a:t>
                      </a:r>
                      <a:endParaRPr lang="en-US" altLang="en-US" sz="1800" b="0" i="0" dirty="0">
                        <a:latin typeface="Times New Roman" panose="02020603050405020304" pitchFamily="18" charset="0"/>
                        <a:cs typeface="Times New Roman" panose="02020603050405020304" pitchFamily="18" charset="0"/>
                      </a:endParaRPr>
                    </a:p>
                    <a:p>
                      <a:r>
                        <a:rPr lang="en-US" altLang="en-US" sz="1800" b="0" i="0" dirty="0">
                          <a:latin typeface="Times New Roman" panose="02020603050405020304" pitchFamily="18" charset="0"/>
                          <a:cs typeface="Times New Roman" panose="02020603050405020304" pitchFamily="18" charset="0"/>
                        </a:rPr>
                        <a:t>• Reduces privacy risks of centralized systems</a:t>
                      </a:r>
                      <a:endParaRPr lang="en-US" altLang="en-US" sz="1800" b="0" i="0" dirty="0">
                        <a:latin typeface="Times New Roman" panose="02020603050405020304" pitchFamily="18" charset="0"/>
                        <a:cs typeface="Times New Roman" panose="02020603050405020304" pitchFamily="18" charset="0"/>
                      </a:endParaRPr>
                    </a:p>
                    <a:p>
                      <a:r>
                        <a:rPr lang="en-US" altLang="en-US" sz="1800" b="0" i="0" dirty="0">
                          <a:latin typeface="Times New Roman" panose="02020603050405020304" pitchFamily="18" charset="0"/>
                          <a:cs typeface="Times New Roman" panose="02020603050405020304" pitchFamily="18" charset="0"/>
                        </a:rPr>
                        <a:t>• Encryption improves data protection</a:t>
                      </a:r>
                      <a:endParaRPr lang="en-US" altLang="en-US" sz="1800" b="0" i="0" dirty="0">
                        <a:latin typeface="Times New Roman" panose="02020603050405020304" pitchFamily="18" charset="0"/>
                        <a:cs typeface="Times New Roman" panose="02020603050405020304" pitchFamily="18" charset="0"/>
                      </a:endParaRPr>
                    </a:p>
                    <a:p>
                      <a:r>
                        <a:rPr lang="en-US" altLang="en-US" sz="1800" b="0" i="0" dirty="0">
                          <a:latin typeface="Times New Roman" panose="02020603050405020304" pitchFamily="18" charset="0"/>
                          <a:cs typeface="Times New Roman" panose="02020603050405020304" pitchFamily="18" charset="0"/>
                        </a:rPr>
                        <a:t>• Suitable for predictive analytics and personalized care</a:t>
                      </a:r>
                      <a:endParaRPr lang="en-US" altLang="en-US" sz="1800" b="0" i="0" dirty="0">
                        <a:latin typeface="Times New Roman" panose="02020603050405020304" pitchFamily="18" charset="0"/>
                        <a:cs typeface="Times New Roman" panose="02020603050405020304" pitchFamily="18" charset="0"/>
                      </a:endParaRPr>
                    </a:p>
                  </a:txBody>
                  <a:tcPr/>
                </a:tc>
                <a:tc>
                  <a:txBody>
                    <a:bodyPr/>
                    <a:lstStyle/>
                    <a:p>
                      <a:r>
                        <a:rPr lang="en-US" altLang="en-US" sz="1800" b="0" i="0" dirty="0">
                          <a:latin typeface="Times New Roman" panose="02020603050405020304" pitchFamily="18" charset="0"/>
                          <a:cs typeface="Times New Roman" panose="02020603050405020304" pitchFamily="18" charset="0"/>
                        </a:rPr>
                        <a:t>• High communication cost</a:t>
                      </a:r>
                      <a:endParaRPr lang="en-US" altLang="en-US" sz="1800" b="0" i="0" dirty="0">
                        <a:latin typeface="Times New Roman" panose="02020603050405020304" pitchFamily="18" charset="0"/>
                        <a:cs typeface="Times New Roman" panose="02020603050405020304" pitchFamily="18" charset="0"/>
                      </a:endParaRPr>
                    </a:p>
                    <a:p>
                      <a:r>
                        <a:rPr lang="en-US" altLang="en-US" sz="1800" b="0" i="0" dirty="0">
                          <a:latin typeface="Times New Roman" panose="02020603050405020304" pitchFamily="18" charset="0"/>
                          <a:cs typeface="Times New Roman" panose="02020603050405020304" pitchFamily="18" charset="0"/>
                        </a:rPr>
                        <a:t>• Aggregation complexity</a:t>
                      </a:r>
                      <a:endParaRPr lang="en-US" altLang="en-US" sz="1800" b="0" i="0" dirty="0">
                        <a:latin typeface="Times New Roman" panose="02020603050405020304" pitchFamily="18" charset="0"/>
                        <a:cs typeface="Times New Roman" panose="02020603050405020304" pitchFamily="18" charset="0"/>
                      </a:endParaRPr>
                    </a:p>
                    <a:p>
                      <a:r>
                        <a:rPr lang="en-US" altLang="en-US" sz="1800" b="0" i="0" dirty="0">
                          <a:latin typeface="Times New Roman" panose="02020603050405020304" pitchFamily="18" charset="0"/>
                          <a:cs typeface="Times New Roman" panose="02020603050405020304" pitchFamily="18" charset="0"/>
                        </a:rPr>
                        <a:t>• Scalability challenges</a:t>
                      </a:r>
                      <a:endParaRPr lang="en-US" altLang="en-US" sz="1800" b="0" i="0" dirty="0">
                        <a:latin typeface="Times New Roman" panose="02020603050405020304" pitchFamily="18" charset="0"/>
                        <a:cs typeface="Times New Roman" panose="02020603050405020304" pitchFamily="18" charset="0"/>
                      </a:endParaRPr>
                    </a:p>
                    <a:p>
                      <a:r>
                        <a:rPr lang="en-US" altLang="en-US" sz="1800" b="0" i="0" dirty="0">
                          <a:latin typeface="Times New Roman" panose="02020603050405020304" pitchFamily="18" charset="0"/>
                          <a:cs typeface="Times New Roman" panose="02020603050405020304" pitchFamily="18" charset="0"/>
                        </a:rPr>
                        <a:t>• Limited real-world clinical deployment</a:t>
                      </a:r>
                      <a:endParaRPr lang="en-US" altLang="en-US" sz="1800" b="0" i="0" dirty="0">
                        <a:latin typeface="Times New Roman" panose="02020603050405020304" pitchFamily="18" charset="0"/>
                        <a:cs typeface="Times New Roman" panose="02020603050405020304" pitchFamily="18" charset="0"/>
                      </a:endParaRPr>
                    </a:p>
                  </a:txBody>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B6F15528-21DE-4FAA-801E-634DDDAF4B2B}" type="slidenum">
              <a:rPr lang="en-US" smtClean="0">
                <a:solidFill>
                  <a:prstClr val="black">
                    <a:tint val="75000"/>
                  </a:prstClr>
                </a:solidFill>
              </a:rPr>
            </a:fld>
            <a:endParaRPr lang="en-US">
              <a:solidFill>
                <a:prstClr val="black">
                  <a:tint val="75000"/>
                </a:prstClr>
              </a:solidFill>
            </a:endParaRPr>
          </a:p>
        </p:txBody>
      </p:sp>
      <p:pic>
        <p:nvPicPr>
          <p:cNvPr id="6" name="Picture 5" descr="A picture containing text, clipart&#10;&#10;Description automatically generated"/>
          <p:cNvPicPr>
            <a:picLocks noChangeAspect="1"/>
          </p:cNvPicPr>
          <p:nvPr/>
        </p:nvPicPr>
        <p:blipFill>
          <a:blip r:embed="rId1"/>
          <a:stretch>
            <a:fillRect/>
          </a:stretch>
        </p:blipFill>
        <p:spPr>
          <a:xfrm>
            <a:off x="0" y="-14288"/>
            <a:ext cx="1042988" cy="1221786"/>
          </a:xfrm>
          <a:prstGeom prst="rect">
            <a:avLst/>
          </a:prstGeom>
        </p:spPr>
      </p:pic>
      <p:pic>
        <p:nvPicPr>
          <p:cNvPr id="8" name="Picture 7"/>
          <p:cNvPicPr>
            <a:picLocks noChangeAspect="1"/>
          </p:cNvPicPr>
          <p:nvPr/>
        </p:nvPicPr>
        <p:blipFill>
          <a:blip r:embed="rId2"/>
          <a:stretch>
            <a:fillRect/>
          </a:stretch>
        </p:blipFill>
        <p:spPr>
          <a:xfrm>
            <a:off x="-1" y="6248400"/>
            <a:ext cx="9144001" cy="613831"/>
          </a:xfrm>
          <a:prstGeom prst="rect">
            <a:avLst/>
          </a:prstGeom>
        </p:spPr>
      </p:pic>
      <p:sp>
        <p:nvSpPr>
          <p:cNvPr id="2" name="Title 1"/>
          <p:cNvSpPr>
            <a:spLocks noGrp="1"/>
          </p:cNvSpPr>
          <p:nvPr>
            <p:ph type="title"/>
          </p:nvPr>
        </p:nvSpPr>
        <p:spPr>
          <a:xfrm>
            <a:off x="685800" y="403941"/>
            <a:ext cx="8229600" cy="582594"/>
          </a:xfrm>
        </p:spPr>
        <p:txBody>
          <a:bodyPr>
            <a:noAutofit/>
          </a:bodyPr>
          <a:lstStyle/>
          <a:p>
            <a:r>
              <a:rPr lang="en-US" sz="3200" cap="all" dirty="0">
                <a:latin typeface="Times New Roman" panose="02020603050405020304" pitchFamily="18" charset="0"/>
                <a:cs typeface="Times New Roman" panose="02020603050405020304" pitchFamily="18" charset="0"/>
              </a:rPr>
              <a:t>Summary of Research Gap</a:t>
            </a:r>
            <a:br>
              <a:rPr lang="en-US" sz="3200" cap="all"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 </a:t>
            </a:r>
            <a:endParaRPr lang="en-US" sz="3200" dirty="0">
              <a:latin typeface="Times New Roman" panose="02020603050405020304" pitchFamily="18" charset="0"/>
              <a:cs typeface="Times New Roman" panose="02020603050405020304" pitchFamily="18" charset="0"/>
            </a:endParaRPr>
          </a:p>
        </p:txBody>
      </p:sp>
      <p:sp>
        <p:nvSpPr>
          <p:cNvPr id="7" name="Content Placeholder 2"/>
          <p:cNvSpPr txBox="1"/>
          <p:nvPr/>
        </p:nvSpPr>
        <p:spPr>
          <a:xfrm>
            <a:off x="685800" y="1062990"/>
            <a:ext cx="8039100" cy="4941570"/>
          </a:xfrm>
          <a:prstGeom prst="rect">
            <a:avLst/>
          </a:prstGeom>
        </p:spPr>
        <p:txBody>
          <a:bodyP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gn="just">
              <a:buFont typeface="Wingdings" panose="05000000000000000000" pitchFamily="2" charset="2"/>
              <a:buChar char="q"/>
            </a:pPr>
            <a:r>
              <a:rPr lang="en-US" altLang="en-US" sz="2400" dirty="0">
                <a:latin typeface="Times New Roman" panose="02020603050405020304" pitchFamily="18" charset="0"/>
                <a:cs typeface="Times New Roman" panose="02020603050405020304" pitchFamily="18" charset="0"/>
              </a:rPr>
              <a:t>Traditional machine learning requires sensitive patient data to be collected in one central location, which is often impossible due to strict healthcare privacy laws between hospitals.</a:t>
            </a:r>
            <a:endParaRPr lang="en-US" altLang="en-US" sz="24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q"/>
            </a:pPr>
            <a:endParaRPr lang="en-US" sz="24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q"/>
            </a:pPr>
            <a:r>
              <a:rPr lang="en-US" altLang="en-US" sz="2400" dirty="0">
                <a:latin typeface="Times New Roman" panose="02020603050405020304" pitchFamily="18" charset="0"/>
                <a:cs typeface="Times New Roman" panose="02020603050405020304" pitchFamily="18" charset="0"/>
              </a:rPr>
              <a:t>Current federated learning research often relies on simple linear models, failing to utilize high-performance, non-linear algorithms like XGBoost for complex medical patterns.</a:t>
            </a:r>
            <a:endParaRPr lang="en-US" sz="24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q"/>
            </a:pPr>
            <a:endParaRPr lang="en-US" sz="24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q"/>
            </a:pPr>
            <a:r>
              <a:rPr lang="en-US" altLang="en-US" sz="2400" dirty="0">
                <a:latin typeface="Times New Roman" panose="02020603050405020304" pitchFamily="18" charset="0"/>
                <a:cs typeface="Times New Roman" panose="02020603050405020304" pitchFamily="18" charset="0"/>
              </a:rPr>
              <a:t>Models trained on a single hospital's data often perform poorly elsewhere; there is a lack of scalable frameworks for collaborative learning without raw data exchange</a:t>
            </a:r>
            <a:r>
              <a:rPr lang="en-US" sz="2400" dirty="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q"/>
            </a:pP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B6F15528-21DE-4FAA-801E-634DDDAF4B2B}" type="slidenum">
              <a:rPr lang="en-US" smtClean="0">
                <a:solidFill>
                  <a:prstClr val="black">
                    <a:tint val="75000"/>
                  </a:prstClr>
                </a:solidFill>
              </a:rPr>
            </a:fld>
            <a:endParaRPr lang="en-US">
              <a:solidFill>
                <a:prstClr val="black">
                  <a:tint val="75000"/>
                </a:prstClr>
              </a:solidFill>
            </a:endParaRPr>
          </a:p>
        </p:txBody>
      </p:sp>
      <p:pic>
        <p:nvPicPr>
          <p:cNvPr id="6" name="Picture 5" descr="A picture containing text, clipart&#10;&#10;Description automatically generated"/>
          <p:cNvPicPr>
            <a:picLocks noChangeAspect="1"/>
          </p:cNvPicPr>
          <p:nvPr/>
        </p:nvPicPr>
        <p:blipFill>
          <a:blip r:embed="rId1"/>
          <a:stretch>
            <a:fillRect/>
          </a:stretch>
        </p:blipFill>
        <p:spPr>
          <a:xfrm>
            <a:off x="0" y="-14288"/>
            <a:ext cx="1042988" cy="1221786"/>
          </a:xfrm>
          <a:prstGeom prst="rect">
            <a:avLst/>
          </a:prstGeom>
        </p:spPr>
      </p:pic>
      <p:pic>
        <p:nvPicPr>
          <p:cNvPr id="8" name="Picture 7"/>
          <p:cNvPicPr>
            <a:picLocks noChangeAspect="1"/>
          </p:cNvPicPr>
          <p:nvPr/>
        </p:nvPicPr>
        <p:blipFill>
          <a:blip r:embed="rId2"/>
          <a:stretch>
            <a:fillRect/>
          </a:stretch>
        </p:blipFill>
        <p:spPr>
          <a:xfrm>
            <a:off x="-1" y="6248400"/>
            <a:ext cx="9144001" cy="613831"/>
          </a:xfrm>
          <a:prstGeom prst="rect">
            <a:avLst/>
          </a:prstGeom>
        </p:spPr>
      </p:pic>
      <p:sp>
        <p:nvSpPr>
          <p:cNvPr id="2" name="Title 1"/>
          <p:cNvSpPr>
            <a:spLocks noGrp="1"/>
          </p:cNvSpPr>
          <p:nvPr>
            <p:ph type="title"/>
          </p:nvPr>
        </p:nvSpPr>
        <p:spPr>
          <a:xfrm>
            <a:off x="685800" y="403941"/>
            <a:ext cx="8229600" cy="582594"/>
          </a:xfrm>
        </p:spPr>
        <p:txBody>
          <a:bodyPr>
            <a:noAutofit/>
          </a:bodyPr>
          <a:lstStyle/>
          <a:p>
            <a:r>
              <a:rPr lang="en-US" sz="3200" cap="all" dirty="0">
                <a:latin typeface="Times New Roman" panose="02020603050405020304" pitchFamily="18" charset="0"/>
                <a:cs typeface="Times New Roman" panose="02020603050405020304" pitchFamily="18" charset="0"/>
              </a:rPr>
              <a:t>Summary of Research Gap</a:t>
            </a:r>
            <a:br>
              <a:rPr lang="en-US" sz="3200" cap="all"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 </a:t>
            </a:r>
            <a:endParaRPr lang="en-US" sz="3200" dirty="0">
              <a:latin typeface="Times New Roman" panose="02020603050405020304" pitchFamily="18" charset="0"/>
              <a:cs typeface="Times New Roman" panose="02020603050405020304" pitchFamily="18" charset="0"/>
            </a:endParaRPr>
          </a:p>
        </p:txBody>
      </p:sp>
      <p:sp>
        <p:nvSpPr>
          <p:cNvPr id="7" name="Content Placeholder 2"/>
          <p:cNvSpPr txBox="1"/>
          <p:nvPr/>
        </p:nvSpPr>
        <p:spPr>
          <a:xfrm>
            <a:off x="685800" y="1062990"/>
            <a:ext cx="8039100" cy="4941570"/>
          </a:xfrm>
          <a:prstGeom prst="rect">
            <a:avLst/>
          </a:prstGeom>
        </p:spPr>
        <p:txBody>
          <a:bodyP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gn="just">
              <a:buFont typeface="Wingdings" panose="05000000000000000000" charset="0"/>
              <a:buChar char="q"/>
            </a:pPr>
            <a:r>
              <a:rPr lang="en-US" altLang="en-US" sz="2400" dirty="0">
                <a:latin typeface="Times New Roman" panose="02020603050405020304" pitchFamily="18" charset="0"/>
                <a:cs typeface="Times New Roman" panose="02020603050405020304" pitchFamily="18" charset="0"/>
              </a:rPr>
              <a:t>Most research remains restricted to retrospective analysis, leaving a gap in real-time risk prediction and its seamless integration into active hospital management systems</a:t>
            </a:r>
            <a:r>
              <a:rPr lang="en-US" sz="2400" dirty="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B6F15528-21DE-4FAA-801E-634DDDAF4B2B}" type="slidenum">
              <a:rPr lang="en-US" smtClean="0">
                <a:solidFill>
                  <a:prstClr val="black">
                    <a:tint val="75000"/>
                  </a:prstClr>
                </a:solidFill>
              </a:rPr>
            </a:fld>
            <a:endParaRPr lang="en-US">
              <a:solidFill>
                <a:prstClr val="black">
                  <a:tint val="75000"/>
                </a:prstClr>
              </a:solidFill>
            </a:endParaRPr>
          </a:p>
        </p:txBody>
      </p:sp>
      <p:pic>
        <p:nvPicPr>
          <p:cNvPr id="6" name="Picture 5" descr="A picture containing text, clipart&#10;&#10;Description automatically generated"/>
          <p:cNvPicPr>
            <a:picLocks noChangeAspect="1"/>
          </p:cNvPicPr>
          <p:nvPr/>
        </p:nvPicPr>
        <p:blipFill>
          <a:blip r:embed="rId1"/>
          <a:stretch>
            <a:fillRect/>
          </a:stretch>
        </p:blipFill>
        <p:spPr>
          <a:xfrm>
            <a:off x="0" y="-14288"/>
            <a:ext cx="1042988" cy="1221786"/>
          </a:xfrm>
          <a:prstGeom prst="rect">
            <a:avLst/>
          </a:prstGeom>
        </p:spPr>
      </p:pic>
      <p:pic>
        <p:nvPicPr>
          <p:cNvPr id="8" name="Picture 7"/>
          <p:cNvPicPr>
            <a:picLocks noChangeAspect="1"/>
          </p:cNvPicPr>
          <p:nvPr/>
        </p:nvPicPr>
        <p:blipFill>
          <a:blip r:embed="rId2"/>
          <a:stretch>
            <a:fillRect/>
          </a:stretch>
        </p:blipFill>
        <p:spPr>
          <a:xfrm>
            <a:off x="-1" y="6248400"/>
            <a:ext cx="9144001" cy="613831"/>
          </a:xfrm>
          <a:prstGeom prst="rect">
            <a:avLst/>
          </a:prstGeom>
        </p:spPr>
      </p:pic>
      <p:sp>
        <p:nvSpPr>
          <p:cNvPr id="2" name="Title 1"/>
          <p:cNvSpPr>
            <a:spLocks noGrp="1"/>
          </p:cNvSpPr>
          <p:nvPr>
            <p:ph type="title"/>
          </p:nvPr>
        </p:nvSpPr>
        <p:spPr>
          <a:xfrm>
            <a:off x="521494" y="208692"/>
            <a:ext cx="8229600" cy="914400"/>
          </a:xfrm>
        </p:spPr>
        <p:txBody>
          <a:bodyPr>
            <a:normAutofit/>
          </a:bodyPr>
          <a:lstStyle/>
          <a:p>
            <a:r>
              <a:rPr lang="en-US" sz="3200" dirty="0">
                <a:latin typeface="Times New Roman" panose="02020603050405020304" pitchFamily="18" charset="0"/>
                <a:cs typeface="Times New Roman" panose="02020603050405020304" pitchFamily="18" charset="0"/>
              </a:rPr>
              <a:t>RESEARCH QUESTION</a:t>
            </a:r>
            <a:endParaRPr lang="en-US" sz="3200" dirty="0">
              <a:latin typeface="Times New Roman" panose="02020603050405020304" pitchFamily="18" charset="0"/>
              <a:cs typeface="Times New Roman" panose="02020603050405020304" pitchFamily="18" charset="0"/>
            </a:endParaRPr>
          </a:p>
        </p:txBody>
      </p:sp>
      <p:sp>
        <p:nvSpPr>
          <p:cNvPr id="3" name="Text Box 2"/>
          <p:cNvSpPr txBox="1"/>
          <p:nvPr/>
        </p:nvSpPr>
        <p:spPr>
          <a:xfrm>
            <a:off x="563245" y="1381125"/>
            <a:ext cx="8058150" cy="4114800"/>
          </a:xfrm>
          <a:prstGeom prst="rect">
            <a:avLst/>
          </a:prstGeom>
          <a:noFill/>
        </p:spPr>
        <p:txBody>
          <a:bodyPr wrap="square" rtlCol="0">
            <a:noAutofit/>
          </a:bodyPr>
          <a:p>
            <a:pPr marL="457200" indent="-457200" algn="just">
              <a:buAutoNum type="arabicPeriod"/>
            </a:pPr>
            <a:r>
              <a:rPr lang="en-US" altLang="en-US" sz="2400">
                <a:latin typeface="Times New Roman" panose="02020603050405020304" pitchFamily="18" charset="0"/>
                <a:cs typeface="Times New Roman" panose="02020603050405020304" pitchFamily="18" charset="0"/>
              </a:rPr>
              <a:t>How can a privacy-preserving Federated XGBoost framework be implemented to accurately predict patient readmission risks while maintaining strict healthcare data confidentiality across decentralized institutions</a:t>
            </a:r>
            <a:r>
              <a:rPr lang="en-US" sz="2400">
                <a:latin typeface="Times New Roman" panose="02020603050405020304" pitchFamily="18" charset="0"/>
                <a:cs typeface="Times New Roman" panose="02020603050405020304" pitchFamily="18" charset="0"/>
              </a:rPr>
              <a:t>?</a:t>
            </a:r>
            <a:endParaRPr lang="en-US" sz="2400">
              <a:latin typeface="Times New Roman" panose="02020603050405020304" pitchFamily="18" charset="0"/>
              <a:cs typeface="Times New Roman" panose="02020603050405020304" pitchFamily="18" charset="0"/>
            </a:endParaRPr>
          </a:p>
          <a:p>
            <a:pPr marL="457200" indent="-457200" algn="just">
              <a:buAutoNum type="arabicPeriod"/>
            </a:pPr>
            <a:endParaRPr lang="en-US" altLang="en-US" sz="2400">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B6F15528-21DE-4FAA-801E-634DDDAF4B2B}" type="slidenum">
              <a:rPr lang="en-US" smtClean="0">
                <a:solidFill>
                  <a:prstClr val="black">
                    <a:tint val="75000"/>
                  </a:prstClr>
                </a:solidFill>
              </a:rPr>
            </a:fld>
            <a:endParaRPr lang="en-US">
              <a:solidFill>
                <a:prstClr val="black">
                  <a:tint val="75000"/>
                </a:prstClr>
              </a:solidFill>
            </a:endParaRPr>
          </a:p>
        </p:txBody>
      </p:sp>
      <p:pic>
        <p:nvPicPr>
          <p:cNvPr id="6" name="Picture 5" descr="A picture containing text, clipart&#10;&#10;Description automatically generated"/>
          <p:cNvPicPr>
            <a:picLocks noChangeAspect="1"/>
          </p:cNvPicPr>
          <p:nvPr/>
        </p:nvPicPr>
        <p:blipFill>
          <a:blip r:embed="rId1"/>
          <a:stretch>
            <a:fillRect/>
          </a:stretch>
        </p:blipFill>
        <p:spPr>
          <a:xfrm>
            <a:off x="0" y="-14288"/>
            <a:ext cx="1042988" cy="1221786"/>
          </a:xfrm>
          <a:prstGeom prst="rect">
            <a:avLst/>
          </a:prstGeom>
        </p:spPr>
      </p:pic>
      <p:pic>
        <p:nvPicPr>
          <p:cNvPr id="8" name="Picture 7"/>
          <p:cNvPicPr>
            <a:picLocks noChangeAspect="1"/>
          </p:cNvPicPr>
          <p:nvPr/>
        </p:nvPicPr>
        <p:blipFill>
          <a:blip r:embed="rId2"/>
          <a:stretch>
            <a:fillRect/>
          </a:stretch>
        </p:blipFill>
        <p:spPr>
          <a:xfrm>
            <a:off x="-1" y="6248400"/>
            <a:ext cx="9144001" cy="613831"/>
          </a:xfrm>
          <a:prstGeom prst="rect">
            <a:avLst/>
          </a:prstGeom>
        </p:spPr>
      </p:pic>
      <p:sp>
        <p:nvSpPr>
          <p:cNvPr id="2" name="Title 1"/>
          <p:cNvSpPr>
            <a:spLocks noGrp="1"/>
          </p:cNvSpPr>
          <p:nvPr>
            <p:ph type="title"/>
          </p:nvPr>
        </p:nvSpPr>
        <p:spPr/>
        <p:txBody>
          <a:bodyPr>
            <a:normAutofit/>
          </a:bodyPr>
          <a:lstStyle/>
          <a:p>
            <a:r>
              <a:rPr lang="en-US" sz="3200" dirty="0">
                <a:latin typeface="Times New Roman" panose="02020603050405020304" pitchFamily="18" charset="0"/>
                <a:cs typeface="Times New Roman" panose="02020603050405020304" pitchFamily="18" charset="0"/>
              </a:rPr>
              <a:t>AIM</a:t>
            </a:r>
            <a:endParaRPr lang="en-US" sz="3200" dirty="0">
              <a:latin typeface="Times New Roman" panose="02020603050405020304" pitchFamily="18" charset="0"/>
              <a:cs typeface="Times New Roman" panose="02020603050405020304" pitchFamily="18" charset="0"/>
            </a:endParaRPr>
          </a:p>
        </p:txBody>
      </p:sp>
      <p:sp>
        <p:nvSpPr>
          <p:cNvPr id="3" name="Text Box 2"/>
          <p:cNvSpPr txBox="1"/>
          <p:nvPr/>
        </p:nvSpPr>
        <p:spPr>
          <a:xfrm>
            <a:off x="727710" y="1446530"/>
            <a:ext cx="7959090" cy="2228850"/>
          </a:xfrm>
          <a:prstGeom prst="rect">
            <a:avLst/>
          </a:prstGeom>
          <a:noFill/>
        </p:spPr>
        <p:txBody>
          <a:bodyPr wrap="square" rtlCol="0">
            <a:noAutofit/>
          </a:bodyPr>
          <a:p>
            <a:pPr algn="just"/>
            <a:r>
              <a:rPr lang="en-US" altLang="en-US" sz="2400">
                <a:latin typeface="Times New Roman" panose="02020603050405020304" pitchFamily="18" charset="0"/>
                <a:cs typeface="Times New Roman" panose="02020603050405020304" pitchFamily="18" charset="0"/>
              </a:rPr>
              <a:t>To develop a privacy-preserving Federated Learning framework that utilizes XGBoost to accurately predict patient readmission risks across decentralized hospital databases without compromising sensitive medical data</a:t>
            </a:r>
            <a:r>
              <a:rPr lang="en-US" sz="2400">
                <a:latin typeface="Times New Roman" panose="02020603050405020304" pitchFamily="18" charset="0"/>
                <a:cs typeface="Times New Roman" panose="02020603050405020304" pitchFamily="18" charset="0"/>
              </a:rPr>
              <a:t>.</a:t>
            </a:r>
            <a:endParaRPr lang="en-US" sz="2400">
              <a:latin typeface="Times New Roman" panose="02020603050405020304" pitchFamily="18" charset="0"/>
              <a:cs typeface="Times New Roman" panose="02020603050405020304" pitchFamily="18" charset="0"/>
            </a:endParaRPr>
          </a:p>
        </p:txBody>
      </p:sp>
      <p:pic>
        <p:nvPicPr>
          <p:cNvPr id="4" name="Content Placeholder 3"/>
          <p:cNvPicPr>
            <a:picLocks noChangeAspect="1"/>
          </p:cNvPicPr>
          <p:nvPr>
            <p:ph idx="1"/>
          </p:nvPr>
        </p:nvPicPr>
        <p:blipFill>
          <a:blip r:embed="rId3"/>
          <a:stretch>
            <a:fillRect/>
          </a:stretch>
        </p:blipFill>
        <p:spPr>
          <a:xfrm>
            <a:off x="5867400" y="4343400"/>
            <a:ext cx="1330325" cy="157416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B6F15528-21DE-4FAA-801E-634DDDAF4B2B}" type="slidenum">
              <a:rPr lang="en-US" smtClean="0">
                <a:solidFill>
                  <a:prstClr val="black">
                    <a:tint val="75000"/>
                  </a:prstClr>
                </a:solidFill>
              </a:rPr>
            </a:fld>
            <a:endParaRPr lang="en-US">
              <a:solidFill>
                <a:prstClr val="black">
                  <a:tint val="75000"/>
                </a:prstClr>
              </a:solidFill>
            </a:endParaRPr>
          </a:p>
        </p:txBody>
      </p:sp>
      <p:pic>
        <p:nvPicPr>
          <p:cNvPr id="6" name="Picture 5" descr="A picture containing text, clipart&#10;&#10;Description automatically generated"/>
          <p:cNvPicPr>
            <a:picLocks noChangeAspect="1"/>
          </p:cNvPicPr>
          <p:nvPr/>
        </p:nvPicPr>
        <p:blipFill>
          <a:blip r:embed="rId1"/>
          <a:stretch>
            <a:fillRect/>
          </a:stretch>
        </p:blipFill>
        <p:spPr>
          <a:xfrm>
            <a:off x="0" y="-14288"/>
            <a:ext cx="1042988" cy="1221786"/>
          </a:xfrm>
          <a:prstGeom prst="rect">
            <a:avLst/>
          </a:prstGeom>
        </p:spPr>
      </p:pic>
      <p:pic>
        <p:nvPicPr>
          <p:cNvPr id="8" name="Picture 7"/>
          <p:cNvPicPr>
            <a:picLocks noChangeAspect="1"/>
          </p:cNvPicPr>
          <p:nvPr/>
        </p:nvPicPr>
        <p:blipFill>
          <a:blip r:embed="rId2"/>
          <a:stretch>
            <a:fillRect/>
          </a:stretch>
        </p:blipFill>
        <p:spPr>
          <a:xfrm>
            <a:off x="-1" y="6248400"/>
            <a:ext cx="9144001" cy="613831"/>
          </a:xfrm>
          <a:prstGeom prst="rect">
            <a:avLst/>
          </a:prstGeom>
        </p:spPr>
      </p:pic>
      <p:sp>
        <p:nvSpPr>
          <p:cNvPr id="2" name="Title 1"/>
          <p:cNvSpPr>
            <a:spLocks noGrp="1"/>
          </p:cNvSpPr>
          <p:nvPr>
            <p:ph type="title"/>
          </p:nvPr>
        </p:nvSpPr>
        <p:spPr/>
        <p:txBody>
          <a:bodyPr>
            <a:normAutofit/>
          </a:bodyPr>
          <a:lstStyle/>
          <a:p>
            <a:r>
              <a:rPr lang="en-US" sz="3200" dirty="0">
                <a:latin typeface="Times New Roman" panose="02020603050405020304" pitchFamily="18" charset="0"/>
                <a:cs typeface="Times New Roman" panose="02020603050405020304" pitchFamily="18" charset="0"/>
              </a:rPr>
              <a:t>OBJECTIVES</a:t>
            </a:r>
            <a:endParaRPr lang="en-US" sz="3200" dirty="0">
              <a:latin typeface="Times New Roman" panose="02020603050405020304" pitchFamily="18" charset="0"/>
              <a:cs typeface="Times New Roman" panose="02020603050405020304" pitchFamily="18" charset="0"/>
            </a:endParaRPr>
          </a:p>
        </p:txBody>
      </p:sp>
      <p:sp>
        <p:nvSpPr>
          <p:cNvPr id="3" name="Text Box 2"/>
          <p:cNvSpPr txBox="1"/>
          <p:nvPr/>
        </p:nvSpPr>
        <p:spPr>
          <a:xfrm>
            <a:off x="654685" y="1276985"/>
            <a:ext cx="8087995" cy="3960495"/>
          </a:xfrm>
          <a:prstGeom prst="rect">
            <a:avLst/>
          </a:prstGeom>
          <a:noFill/>
        </p:spPr>
        <p:txBody>
          <a:bodyPr wrap="square" rtlCol="0">
            <a:noAutofit/>
          </a:bodyPr>
          <a:p>
            <a:pPr marL="457200" indent="-457200">
              <a:buFont typeface="Wingdings" panose="05000000000000000000" charset="0"/>
              <a:buChar char="§"/>
            </a:pPr>
            <a:r>
              <a:rPr lang="en-US" altLang="en-US" sz="2400">
                <a:latin typeface="Times New Roman" panose="02020603050405020304" pitchFamily="18" charset="0"/>
                <a:cs typeface="Times New Roman" panose="02020603050405020304" pitchFamily="18" charset="0"/>
              </a:rPr>
              <a:t> To perform data collection and preprocessing.</a:t>
            </a:r>
            <a:endParaRPr lang="en-US" altLang="en-US" sz="2400">
              <a:latin typeface="Times New Roman" panose="02020603050405020304" pitchFamily="18" charset="0"/>
              <a:cs typeface="Times New Roman" panose="02020603050405020304" pitchFamily="18" charset="0"/>
            </a:endParaRPr>
          </a:p>
          <a:p>
            <a:pPr marL="457200" indent="-457200">
              <a:buFont typeface="Wingdings" panose="05000000000000000000" charset="0"/>
              <a:buChar char="§"/>
            </a:pPr>
            <a:endParaRPr lang="en-US" sz="2400">
              <a:latin typeface="Times New Roman" panose="02020603050405020304" pitchFamily="18" charset="0"/>
              <a:cs typeface="Times New Roman" panose="02020603050405020304" pitchFamily="18" charset="0"/>
            </a:endParaRPr>
          </a:p>
          <a:p>
            <a:pPr marL="457200" indent="-457200">
              <a:buFont typeface="Wingdings" panose="05000000000000000000" charset="0"/>
              <a:buChar char="§"/>
            </a:pPr>
            <a:r>
              <a:rPr lang="en-US" altLang="en-US" sz="2400">
                <a:latin typeface="Times New Roman" panose="02020603050405020304" pitchFamily="18" charset="0"/>
                <a:cs typeface="Times New Roman" panose="02020603050405020304" pitchFamily="18" charset="0"/>
                <a:sym typeface="+mn-ea"/>
              </a:rPr>
              <a:t>To create a federated learning–based system architecture for secure collaborative training</a:t>
            </a:r>
            <a:endParaRPr lang="en-US" altLang="en-US" sz="2400">
              <a:latin typeface="Times New Roman" panose="02020603050405020304" pitchFamily="18" charset="0"/>
              <a:cs typeface="Times New Roman" panose="02020603050405020304" pitchFamily="18" charset="0"/>
            </a:endParaRPr>
          </a:p>
          <a:p>
            <a:pPr marL="457200" indent="-457200">
              <a:buFont typeface="Wingdings" panose="05000000000000000000" charset="0"/>
              <a:buChar char="§"/>
            </a:pPr>
            <a:endParaRPr lang="en-US" altLang="en-US" sz="2400">
              <a:latin typeface="Times New Roman" panose="02020603050405020304" pitchFamily="18" charset="0"/>
              <a:cs typeface="Times New Roman" panose="02020603050405020304" pitchFamily="18" charset="0"/>
            </a:endParaRPr>
          </a:p>
          <a:p>
            <a:pPr marL="457200" indent="-457200">
              <a:buFont typeface="Wingdings" panose="05000000000000000000" charset="0"/>
              <a:buChar char="§"/>
            </a:pPr>
            <a:r>
              <a:rPr lang="en-US" altLang="en-US" sz="2400">
                <a:latin typeface="Times New Roman" panose="02020603050405020304" pitchFamily="18" charset="0"/>
                <a:cs typeface="Times New Roman" panose="02020603050405020304" pitchFamily="18" charset="0"/>
              </a:rPr>
              <a:t>To develop and evaluate a readmission prediction model for decision support.</a:t>
            </a:r>
            <a:endParaRPr lang="en-US" altLang="en-US" sz="2400">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B6F15528-21DE-4FAA-801E-634DDDAF4B2B}" type="slidenum">
              <a:rPr lang="en-US" smtClean="0">
                <a:solidFill>
                  <a:prstClr val="black">
                    <a:tint val="75000"/>
                  </a:prstClr>
                </a:solidFill>
              </a:rPr>
            </a:fld>
            <a:endParaRPr lang="en-US">
              <a:solidFill>
                <a:prstClr val="black">
                  <a:tint val="75000"/>
                </a:prstClr>
              </a:solidFill>
            </a:endParaRPr>
          </a:p>
        </p:txBody>
      </p:sp>
      <p:pic>
        <p:nvPicPr>
          <p:cNvPr id="6" name="Picture 5" descr="A picture containing text, clipart&#10;&#10;Description automatically generated"/>
          <p:cNvPicPr>
            <a:picLocks noChangeAspect="1"/>
          </p:cNvPicPr>
          <p:nvPr/>
        </p:nvPicPr>
        <p:blipFill>
          <a:blip r:embed="rId1"/>
          <a:stretch>
            <a:fillRect/>
          </a:stretch>
        </p:blipFill>
        <p:spPr>
          <a:xfrm>
            <a:off x="0" y="-14288"/>
            <a:ext cx="1042988" cy="1221786"/>
          </a:xfrm>
          <a:prstGeom prst="rect">
            <a:avLst/>
          </a:prstGeom>
        </p:spPr>
      </p:pic>
      <p:pic>
        <p:nvPicPr>
          <p:cNvPr id="8" name="Picture 7"/>
          <p:cNvPicPr>
            <a:picLocks noChangeAspect="1"/>
          </p:cNvPicPr>
          <p:nvPr/>
        </p:nvPicPr>
        <p:blipFill>
          <a:blip r:embed="rId2"/>
          <a:stretch>
            <a:fillRect/>
          </a:stretch>
        </p:blipFill>
        <p:spPr>
          <a:xfrm>
            <a:off x="-1" y="6248400"/>
            <a:ext cx="9144001" cy="613831"/>
          </a:xfrm>
          <a:prstGeom prst="rect">
            <a:avLst/>
          </a:prstGeom>
        </p:spPr>
      </p:pic>
      <p:sp>
        <p:nvSpPr>
          <p:cNvPr id="2" name="TextBox 1"/>
          <p:cNvSpPr txBox="1"/>
          <p:nvPr/>
        </p:nvSpPr>
        <p:spPr>
          <a:xfrm>
            <a:off x="2971800" y="304800"/>
            <a:ext cx="4572000" cy="725840"/>
          </a:xfrm>
          <a:prstGeom prst="rect">
            <a:avLst/>
          </a:prstGeom>
          <a:noFill/>
        </p:spPr>
        <p:txBody>
          <a:bodyPr wrap="square">
            <a:spAutoFit/>
          </a:bodyPr>
          <a:lstStyle/>
          <a:p>
            <a:pPr>
              <a:lnSpc>
                <a:spcPct val="170000"/>
              </a:lnSpc>
            </a:pPr>
            <a:r>
              <a:rPr lang="en-US" sz="2800" cap="all" dirty="0">
                <a:latin typeface="Times New Roman" panose="02020603050405020304" pitchFamily="18" charset="0"/>
                <a:cs typeface="Times New Roman" panose="02020603050405020304" pitchFamily="18" charset="0"/>
              </a:rPr>
              <a:t>Methodology</a:t>
            </a:r>
            <a:endParaRPr lang="en-US" sz="2800" cap="all" dirty="0">
              <a:latin typeface="Times New Roman" panose="02020603050405020304" pitchFamily="18" charset="0"/>
              <a:cs typeface="Times New Roman" panose="02020603050405020304" pitchFamily="18" charset="0"/>
            </a:endParaRPr>
          </a:p>
        </p:txBody>
      </p:sp>
      <p:pic>
        <p:nvPicPr>
          <p:cNvPr id="11" name="Picture 10"/>
          <p:cNvPicPr/>
          <p:nvPr/>
        </p:nvPicPr>
        <p:blipFill>
          <a:blip r:embed="rId3"/>
          <a:srcRect t="6628" b="13521"/>
          <a:stretch>
            <a:fillRect/>
          </a:stretch>
        </p:blipFill>
        <p:spPr>
          <a:xfrm>
            <a:off x="1596390" y="1122680"/>
            <a:ext cx="6050280" cy="503174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B6F15528-21DE-4FAA-801E-634DDDAF4B2B}" type="slidenum">
              <a:rPr lang="en-US" smtClean="0">
                <a:solidFill>
                  <a:prstClr val="black">
                    <a:tint val="75000"/>
                  </a:prstClr>
                </a:solidFill>
              </a:rPr>
            </a:fld>
            <a:endParaRPr lang="en-US">
              <a:solidFill>
                <a:prstClr val="black">
                  <a:tint val="75000"/>
                </a:prstClr>
              </a:solidFill>
            </a:endParaRPr>
          </a:p>
        </p:txBody>
      </p:sp>
      <p:pic>
        <p:nvPicPr>
          <p:cNvPr id="6" name="Picture 5" descr="A picture containing text, clipart&#10;&#10;Description automatically generated"/>
          <p:cNvPicPr>
            <a:picLocks noChangeAspect="1"/>
          </p:cNvPicPr>
          <p:nvPr/>
        </p:nvPicPr>
        <p:blipFill>
          <a:blip r:embed="rId1"/>
          <a:stretch>
            <a:fillRect/>
          </a:stretch>
        </p:blipFill>
        <p:spPr>
          <a:xfrm>
            <a:off x="0" y="-14288"/>
            <a:ext cx="1042988" cy="1221786"/>
          </a:xfrm>
          <a:prstGeom prst="rect">
            <a:avLst/>
          </a:prstGeom>
        </p:spPr>
      </p:pic>
      <p:pic>
        <p:nvPicPr>
          <p:cNvPr id="8" name="Picture 7"/>
          <p:cNvPicPr>
            <a:picLocks noChangeAspect="1"/>
          </p:cNvPicPr>
          <p:nvPr/>
        </p:nvPicPr>
        <p:blipFill>
          <a:blip r:embed="rId2"/>
          <a:stretch>
            <a:fillRect/>
          </a:stretch>
        </p:blipFill>
        <p:spPr>
          <a:xfrm>
            <a:off x="-1" y="6248400"/>
            <a:ext cx="9144001" cy="613831"/>
          </a:xfrm>
          <a:prstGeom prst="rect">
            <a:avLst/>
          </a:prstGeom>
        </p:spPr>
      </p:pic>
      <p:pic>
        <p:nvPicPr>
          <p:cNvPr id="3" name="Picture 2"/>
          <p:cNvPicPr>
            <a:picLocks noChangeAspect="1"/>
          </p:cNvPicPr>
          <p:nvPr/>
        </p:nvPicPr>
        <p:blipFill>
          <a:blip r:embed="rId3"/>
          <a:stretch>
            <a:fillRect/>
          </a:stretch>
        </p:blipFill>
        <p:spPr>
          <a:xfrm>
            <a:off x="1295400" y="1371600"/>
            <a:ext cx="6355715" cy="375983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B6F15528-21DE-4FAA-801E-634DDDAF4B2B}" type="slidenum">
              <a:rPr lang="en-US" smtClean="0">
                <a:solidFill>
                  <a:prstClr val="black">
                    <a:tint val="75000"/>
                  </a:prstClr>
                </a:solidFill>
              </a:rPr>
            </a:fld>
            <a:endParaRPr lang="en-US">
              <a:solidFill>
                <a:prstClr val="black">
                  <a:tint val="75000"/>
                </a:prstClr>
              </a:solidFill>
            </a:endParaRPr>
          </a:p>
        </p:txBody>
      </p:sp>
      <p:pic>
        <p:nvPicPr>
          <p:cNvPr id="6" name="Picture 5" descr="A picture containing text, clipart&#10;&#10;Description automatically generated"/>
          <p:cNvPicPr>
            <a:picLocks noChangeAspect="1"/>
          </p:cNvPicPr>
          <p:nvPr/>
        </p:nvPicPr>
        <p:blipFill>
          <a:blip r:embed="rId1"/>
          <a:stretch>
            <a:fillRect/>
          </a:stretch>
        </p:blipFill>
        <p:spPr>
          <a:xfrm>
            <a:off x="0" y="-14288"/>
            <a:ext cx="1042988" cy="1221786"/>
          </a:xfrm>
          <a:prstGeom prst="rect">
            <a:avLst/>
          </a:prstGeom>
        </p:spPr>
      </p:pic>
      <p:pic>
        <p:nvPicPr>
          <p:cNvPr id="8" name="Picture 7"/>
          <p:cNvPicPr>
            <a:picLocks noChangeAspect="1"/>
          </p:cNvPicPr>
          <p:nvPr/>
        </p:nvPicPr>
        <p:blipFill>
          <a:blip r:embed="rId2"/>
          <a:stretch>
            <a:fillRect/>
          </a:stretch>
        </p:blipFill>
        <p:spPr>
          <a:xfrm>
            <a:off x="-1" y="6248400"/>
            <a:ext cx="9144001" cy="613831"/>
          </a:xfrm>
          <a:prstGeom prst="rect">
            <a:avLst/>
          </a:prstGeom>
        </p:spPr>
      </p:pic>
      <p:sp>
        <p:nvSpPr>
          <p:cNvPr id="2" name="Title 1"/>
          <p:cNvSpPr txBox="1"/>
          <p:nvPr/>
        </p:nvSpPr>
        <p:spPr>
          <a:xfrm>
            <a:off x="647700" y="701040"/>
            <a:ext cx="7848600" cy="591185"/>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sz="2800" dirty="0">
                <a:latin typeface="Times New Roman" panose="02020603050405020304" pitchFamily="18" charset="0"/>
                <a:cs typeface="Times New Roman" panose="02020603050405020304" pitchFamily="18" charset="0"/>
                <a:sym typeface="+mn-ea"/>
              </a:rPr>
              <a:t>RESULT</a:t>
            </a:r>
            <a:endParaRPr lang="en-US" sz="2800" dirty="0">
              <a:latin typeface="Times New Roman" panose="02020603050405020304" pitchFamily="18" charset="0"/>
              <a:cs typeface="Times New Roman" panose="02020603050405020304" pitchFamily="18" charset="0"/>
            </a:endParaRPr>
          </a:p>
          <a:p>
            <a:br>
              <a:rPr lang="en-US" sz="2800" dirty="0">
                <a:latin typeface="Times New Roman" panose="02020603050405020304" pitchFamily="18" charset="0"/>
                <a:cs typeface="Times New Roman" panose="02020603050405020304" pitchFamily="18" charset="0"/>
              </a:rPr>
            </a:br>
            <a:endParaRPr lang="en-US" sz="2800" dirty="0">
              <a:latin typeface="Times New Roman" panose="02020603050405020304" pitchFamily="18" charset="0"/>
              <a:cs typeface="Times New Roman" panose="02020603050405020304" pitchFamily="18" charset="0"/>
            </a:endParaRPr>
          </a:p>
        </p:txBody>
      </p:sp>
      <p:pic>
        <p:nvPicPr>
          <p:cNvPr id="3" name="Content Placeholder 2"/>
          <p:cNvPicPr>
            <a:picLocks noChangeAspect="1"/>
          </p:cNvPicPr>
          <p:nvPr>
            <p:ph idx="1"/>
          </p:nvPr>
        </p:nvPicPr>
        <p:blipFill>
          <a:blip r:embed="rId3"/>
          <a:srcRect l="4137" r="4137"/>
          <a:stretch>
            <a:fillRect/>
          </a:stretch>
        </p:blipFill>
        <p:spPr>
          <a:xfrm>
            <a:off x="609600" y="1524000"/>
            <a:ext cx="7992745" cy="3938905"/>
          </a:xfr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B6F15528-21DE-4FAA-801E-634DDDAF4B2B}" type="slidenum">
              <a:rPr lang="en-US" smtClean="0">
                <a:solidFill>
                  <a:prstClr val="black">
                    <a:tint val="75000"/>
                  </a:prstClr>
                </a:solidFill>
              </a:rPr>
            </a:fld>
            <a:endParaRPr lang="en-US">
              <a:solidFill>
                <a:prstClr val="black">
                  <a:tint val="75000"/>
                </a:prstClr>
              </a:solidFill>
            </a:endParaRPr>
          </a:p>
        </p:txBody>
      </p:sp>
      <p:pic>
        <p:nvPicPr>
          <p:cNvPr id="6" name="Picture 5" descr="A picture containing text, clipart&#10;&#10;Description automatically generated"/>
          <p:cNvPicPr>
            <a:picLocks noChangeAspect="1"/>
          </p:cNvPicPr>
          <p:nvPr/>
        </p:nvPicPr>
        <p:blipFill>
          <a:blip r:embed="rId1"/>
          <a:stretch>
            <a:fillRect/>
          </a:stretch>
        </p:blipFill>
        <p:spPr>
          <a:xfrm>
            <a:off x="0" y="-14288"/>
            <a:ext cx="1042988" cy="1221786"/>
          </a:xfrm>
          <a:prstGeom prst="rect">
            <a:avLst/>
          </a:prstGeom>
        </p:spPr>
      </p:pic>
      <p:pic>
        <p:nvPicPr>
          <p:cNvPr id="8" name="Picture 7"/>
          <p:cNvPicPr>
            <a:picLocks noChangeAspect="1"/>
          </p:cNvPicPr>
          <p:nvPr/>
        </p:nvPicPr>
        <p:blipFill>
          <a:blip r:embed="rId2"/>
          <a:stretch>
            <a:fillRect/>
          </a:stretch>
        </p:blipFill>
        <p:spPr>
          <a:xfrm>
            <a:off x="-1" y="6248400"/>
            <a:ext cx="9144001" cy="613831"/>
          </a:xfrm>
          <a:prstGeom prst="rect">
            <a:avLst/>
          </a:prstGeom>
        </p:spPr>
      </p:pic>
      <p:sp>
        <p:nvSpPr>
          <p:cNvPr id="2" name="Title 1"/>
          <p:cNvSpPr txBox="1"/>
          <p:nvPr/>
        </p:nvSpPr>
        <p:spPr>
          <a:xfrm>
            <a:off x="647700" y="701040"/>
            <a:ext cx="7848600" cy="591185"/>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2800" dirty="0">
                <a:latin typeface="Times New Roman" panose="02020603050405020304" pitchFamily="18" charset="0"/>
                <a:cs typeface="Times New Roman" panose="02020603050405020304" pitchFamily="18" charset="0"/>
              </a:rPr>
              <a:t>PROGRESS / </a:t>
            </a:r>
            <a:r>
              <a:rPr lang="en-IN" sz="2800" dirty="0">
                <a:latin typeface="Times New Roman" panose="02020603050405020304" pitchFamily="18" charset="0"/>
                <a:cs typeface="Times New Roman" panose="02020603050405020304" pitchFamily="18" charset="0"/>
                <a:sym typeface="+mn-ea"/>
              </a:rPr>
              <a:t>RESULT</a:t>
            </a:r>
            <a:endParaRPr lang="en-US" sz="2800" dirty="0">
              <a:latin typeface="Times New Roman" panose="02020603050405020304" pitchFamily="18" charset="0"/>
              <a:cs typeface="Times New Roman" panose="02020603050405020304" pitchFamily="18" charset="0"/>
            </a:endParaRPr>
          </a:p>
          <a:p>
            <a:br>
              <a:rPr lang="en-US" sz="2800" dirty="0">
                <a:latin typeface="Times New Roman" panose="02020603050405020304" pitchFamily="18" charset="0"/>
                <a:cs typeface="Times New Roman" panose="02020603050405020304" pitchFamily="18" charset="0"/>
              </a:rPr>
            </a:br>
            <a:endParaRPr lang="en-US" sz="2800" dirty="0">
              <a:latin typeface="Times New Roman" panose="02020603050405020304" pitchFamily="18" charset="0"/>
              <a:cs typeface="Times New Roman" panose="02020603050405020304" pitchFamily="18" charset="0"/>
            </a:endParaRPr>
          </a:p>
        </p:txBody>
      </p:sp>
      <p:sp>
        <p:nvSpPr>
          <p:cNvPr id="3" name="Text Box 2"/>
          <p:cNvSpPr txBox="1"/>
          <p:nvPr/>
        </p:nvSpPr>
        <p:spPr>
          <a:xfrm>
            <a:off x="639445" y="1203325"/>
            <a:ext cx="7857490" cy="4867910"/>
          </a:xfrm>
          <a:prstGeom prst="rect">
            <a:avLst/>
          </a:prstGeom>
          <a:noFill/>
        </p:spPr>
        <p:txBody>
          <a:bodyPr wrap="square" rtlCol="0">
            <a:noAutofit/>
          </a:bodyPr>
          <a:p>
            <a:pPr indent="0">
              <a:buFont typeface="Arial" panose="020B0604020202020204" pitchFamily="34" charset="0"/>
              <a:buNone/>
            </a:pPr>
            <a:endParaRPr lang="en-US" sz="2400">
              <a:latin typeface="Times New Roman" panose="02020603050405020304" pitchFamily="18" charset="0"/>
              <a:cs typeface="Times New Roman" panose="02020603050405020304" pitchFamily="18" charset="0"/>
            </a:endParaRPr>
          </a:p>
          <a:p>
            <a:endParaRPr lang="en-US" sz="2400">
              <a:latin typeface="Times New Roman" panose="02020603050405020304" pitchFamily="18" charset="0"/>
              <a:cs typeface="Times New Roman" panose="02020603050405020304" pitchFamily="18" charset="0"/>
            </a:endParaRPr>
          </a:p>
        </p:txBody>
      </p:sp>
      <p:pic>
        <p:nvPicPr>
          <p:cNvPr id="9" name="Content Placeholder 8"/>
          <p:cNvPicPr>
            <a:picLocks noChangeAspect="1"/>
          </p:cNvPicPr>
          <p:nvPr>
            <p:ph idx="1"/>
          </p:nvPr>
        </p:nvPicPr>
        <p:blipFill>
          <a:blip r:embed="rId3"/>
          <a:stretch>
            <a:fillRect/>
          </a:stretch>
        </p:blipFill>
        <p:spPr>
          <a:xfrm>
            <a:off x="755650" y="1662430"/>
            <a:ext cx="7931150" cy="365315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B6F15528-21DE-4FAA-801E-634DDDAF4B2B}" type="slidenum">
              <a:rPr lang="en-US" smtClean="0">
                <a:solidFill>
                  <a:prstClr val="black">
                    <a:tint val="75000"/>
                  </a:prstClr>
                </a:solidFill>
              </a:rPr>
            </a:fld>
            <a:endParaRPr lang="en-US">
              <a:solidFill>
                <a:prstClr val="black">
                  <a:tint val="75000"/>
                </a:prstClr>
              </a:solidFill>
            </a:endParaRPr>
          </a:p>
        </p:txBody>
      </p:sp>
      <p:pic>
        <p:nvPicPr>
          <p:cNvPr id="6" name="Picture 5" descr="A picture containing text, clipart&#10;&#10;Description automatically generated"/>
          <p:cNvPicPr>
            <a:picLocks noChangeAspect="1"/>
          </p:cNvPicPr>
          <p:nvPr/>
        </p:nvPicPr>
        <p:blipFill>
          <a:blip r:embed="rId1"/>
          <a:stretch>
            <a:fillRect/>
          </a:stretch>
        </p:blipFill>
        <p:spPr>
          <a:xfrm>
            <a:off x="0" y="-14288"/>
            <a:ext cx="1042988" cy="1221786"/>
          </a:xfrm>
          <a:prstGeom prst="rect">
            <a:avLst/>
          </a:prstGeom>
        </p:spPr>
      </p:pic>
      <p:pic>
        <p:nvPicPr>
          <p:cNvPr id="8" name="Picture 7"/>
          <p:cNvPicPr>
            <a:picLocks noChangeAspect="1"/>
          </p:cNvPicPr>
          <p:nvPr/>
        </p:nvPicPr>
        <p:blipFill>
          <a:blip r:embed="rId2"/>
          <a:stretch>
            <a:fillRect/>
          </a:stretch>
        </p:blipFill>
        <p:spPr>
          <a:xfrm>
            <a:off x="-1" y="6248400"/>
            <a:ext cx="9144001" cy="613831"/>
          </a:xfrm>
          <a:prstGeom prst="rect">
            <a:avLst/>
          </a:prstGeom>
        </p:spPr>
      </p:pic>
      <p:sp>
        <p:nvSpPr>
          <p:cNvPr id="2" name="Title 1"/>
          <p:cNvSpPr txBox="1"/>
          <p:nvPr/>
        </p:nvSpPr>
        <p:spPr>
          <a:xfrm>
            <a:off x="647700" y="701040"/>
            <a:ext cx="7848600" cy="591185"/>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sz="2800" dirty="0">
                <a:latin typeface="Times New Roman" panose="02020603050405020304" pitchFamily="18" charset="0"/>
                <a:cs typeface="Times New Roman" panose="02020603050405020304" pitchFamily="18" charset="0"/>
                <a:sym typeface="+mn-ea"/>
              </a:rPr>
              <a:t>RESULT</a:t>
            </a:r>
            <a:endParaRPr lang="en-US" sz="2800" dirty="0">
              <a:latin typeface="Times New Roman" panose="02020603050405020304" pitchFamily="18" charset="0"/>
              <a:cs typeface="Times New Roman" panose="02020603050405020304" pitchFamily="18" charset="0"/>
            </a:endParaRPr>
          </a:p>
          <a:p>
            <a:br>
              <a:rPr lang="en-US" sz="2800" dirty="0">
                <a:latin typeface="Times New Roman" panose="02020603050405020304" pitchFamily="18" charset="0"/>
                <a:cs typeface="Times New Roman" panose="02020603050405020304" pitchFamily="18" charset="0"/>
              </a:rPr>
            </a:br>
            <a:endParaRPr lang="en-US" sz="2800" dirty="0">
              <a:latin typeface="Times New Roman" panose="02020603050405020304" pitchFamily="18" charset="0"/>
              <a:cs typeface="Times New Roman" panose="02020603050405020304" pitchFamily="18" charset="0"/>
            </a:endParaRPr>
          </a:p>
        </p:txBody>
      </p:sp>
      <p:sp>
        <p:nvSpPr>
          <p:cNvPr id="3" name="Text Box 2"/>
          <p:cNvSpPr txBox="1"/>
          <p:nvPr/>
        </p:nvSpPr>
        <p:spPr>
          <a:xfrm>
            <a:off x="639445" y="1203325"/>
            <a:ext cx="5222240" cy="4867910"/>
          </a:xfrm>
          <a:prstGeom prst="rect">
            <a:avLst/>
          </a:prstGeom>
          <a:noFill/>
        </p:spPr>
        <p:txBody>
          <a:bodyPr wrap="square" rtlCol="0">
            <a:noAutofit/>
          </a:bodyPr>
          <a:p>
            <a:pPr indent="0">
              <a:buFont typeface="Arial" panose="020B0604020202020204" pitchFamily="34" charset="0"/>
              <a:buNone/>
            </a:pPr>
            <a:endParaRPr lang="en-US" sz="2400">
              <a:latin typeface="Times New Roman" panose="02020603050405020304" pitchFamily="18" charset="0"/>
              <a:cs typeface="Times New Roman" panose="02020603050405020304" pitchFamily="18" charset="0"/>
            </a:endParaRPr>
          </a:p>
          <a:p>
            <a:endParaRPr lang="en-US" sz="2400">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a:blip r:embed="rId3"/>
          <a:stretch>
            <a:fillRect/>
          </a:stretch>
        </p:blipFill>
        <p:spPr>
          <a:xfrm>
            <a:off x="2555240" y="838200"/>
            <a:ext cx="4344035" cy="2607945"/>
          </a:xfrm>
          <a:prstGeom prst="rect">
            <a:avLst/>
          </a:prstGeom>
        </p:spPr>
      </p:pic>
      <p:pic>
        <p:nvPicPr>
          <p:cNvPr id="11" name="Picture 10"/>
          <p:cNvPicPr>
            <a:picLocks noChangeAspect="1"/>
          </p:cNvPicPr>
          <p:nvPr/>
        </p:nvPicPr>
        <p:blipFill>
          <a:blip r:embed="rId4"/>
          <a:srcRect t="6009"/>
          <a:stretch>
            <a:fillRect/>
          </a:stretch>
        </p:blipFill>
        <p:spPr>
          <a:xfrm>
            <a:off x="228600" y="3886200"/>
            <a:ext cx="2731135" cy="2185035"/>
          </a:xfrm>
          <a:prstGeom prst="rect">
            <a:avLst/>
          </a:prstGeom>
        </p:spPr>
      </p:pic>
      <p:pic>
        <p:nvPicPr>
          <p:cNvPr id="13" name="Picture 12"/>
          <p:cNvPicPr>
            <a:picLocks noChangeAspect="1"/>
          </p:cNvPicPr>
          <p:nvPr/>
        </p:nvPicPr>
        <p:blipFill>
          <a:blip r:embed="rId5"/>
          <a:stretch>
            <a:fillRect/>
          </a:stretch>
        </p:blipFill>
        <p:spPr>
          <a:xfrm>
            <a:off x="2971800" y="3746500"/>
            <a:ext cx="2973705" cy="2442845"/>
          </a:xfrm>
          <a:prstGeom prst="rect">
            <a:avLst/>
          </a:prstGeom>
        </p:spPr>
      </p:pic>
      <p:pic>
        <p:nvPicPr>
          <p:cNvPr id="15" name="Picture 14"/>
          <p:cNvPicPr>
            <a:picLocks noChangeAspect="1"/>
          </p:cNvPicPr>
          <p:nvPr/>
        </p:nvPicPr>
        <p:blipFill>
          <a:blip r:embed="rId6"/>
          <a:stretch>
            <a:fillRect/>
          </a:stretch>
        </p:blipFill>
        <p:spPr>
          <a:xfrm>
            <a:off x="6096000" y="3733800"/>
            <a:ext cx="2931160" cy="2407285"/>
          </a:xfrm>
          <a:prstGeom prst="rect">
            <a:avLst/>
          </a:prstGeom>
        </p:spPr>
      </p:pic>
      <p:sp>
        <p:nvSpPr>
          <p:cNvPr id="17" name="Text Box 16"/>
          <p:cNvSpPr txBox="1"/>
          <p:nvPr/>
        </p:nvSpPr>
        <p:spPr>
          <a:xfrm>
            <a:off x="6553835" y="3442970"/>
            <a:ext cx="1894840" cy="579755"/>
          </a:xfrm>
          <a:prstGeom prst="rect">
            <a:avLst/>
          </a:prstGeom>
          <a:noFill/>
        </p:spPr>
        <p:txBody>
          <a:bodyPr wrap="square" rtlCol="0">
            <a:noAutofit/>
          </a:bodyPr>
          <a:p>
            <a:r>
              <a:rPr lang="en-US" altLang="en-US">
                <a:sym typeface="+mn-ea"/>
              </a:rPr>
              <a:t>Accuracy:</a:t>
            </a:r>
            <a:r>
              <a:rPr lang="en-US" altLang="en-US"/>
              <a:t>: 74.75%</a:t>
            </a:r>
            <a:endParaRPr lang="en-US" altLang="en-US"/>
          </a:p>
        </p:txBody>
      </p:sp>
      <p:sp>
        <p:nvSpPr>
          <p:cNvPr id="18" name="Text Box 17"/>
          <p:cNvSpPr txBox="1"/>
          <p:nvPr/>
        </p:nvSpPr>
        <p:spPr>
          <a:xfrm>
            <a:off x="3597910" y="3446145"/>
            <a:ext cx="2498090" cy="368300"/>
          </a:xfrm>
          <a:prstGeom prst="rect">
            <a:avLst/>
          </a:prstGeom>
          <a:noFill/>
        </p:spPr>
        <p:txBody>
          <a:bodyPr wrap="square" rtlCol="0">
            <a:spAutoFit/>
          </a:bodyPr>
          <a:p>
            <a:r>
              <a:rPr lang="en-US" altLang="en-US"/>
              <a:t>Accuracy: 74.88%</a:t>
            </a:r>
            <a:endParaRPr lang="en-US" altLang="en-US"/>
          </a:p>
        </p:txBody>
      </p:sp>
      <p:sp>
        <p:nvSpPr>
          <p:cNvPr id="19" name="Text Box 18"/>
          <p:cNvSpPr txBox="1"/>
          <p:nvPr/>
        </p:nvSpPr>
        <p:spPr>
          <a:xfrm>
            <a:off x="762000" y="3442970"/>
            <a:ext cx="3048000" cy="402590"/>
          </a:xfrm>
          <a:prstGeom prst="rect">
            <a:avLst/>
          </a:prstGeom>
          <a:noFill/>
        </p:spPr>
        <p:txBody>
          <a:bodyPr wrap="square" rtlCol="0">
            <a:noAutofit/>
          </a:bodyPr>
          <a:p>
            <a:r>
              <a:rPr lang="en-US" altLang="en-US"/>
              <a:t>Accuracy :74.40%</a:t>
            </a:r>
            <a:endParaRPr lang="en-US"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Title 8"/>
          <p:cNvSpPr>
            <a:spLocks noGrp="1"/>
          </p:cNvSpPr>
          <p:nvPr>
            <p:ph type="title"/>
          </p:nvPr>
        </p:nvSpPr>
        <p:spPr>
          <a:xfrm>
            <a:off x="457200" y="102870"/>
            <a:ext cx="8229600" cy="1103630"/>
          </a:xfrm>
        </p:spPr>
        <p:txBody>
          <a:bodyPr/>
          <a:p>
            <a:r>
              <a:rPr lang="en-IN" sz="2800" dirty="0">
                <a:latin typeface="Times New Roman" panose="02020603050405020304" pitchFamily="18" charset="0"/>
                <a:cs typeface="Times New Roman" panose="02020603050405020304" pitchFamily="18" charset="0"/>
                <a:sym typeface="+mn-ea"/>
              </a:rPr>
              <a:t>CONCLUSION</a:t>
            </a:r>
            <a:endParaRPr lang="en-US" sz="2800"/>
          </a:p>
        </p:txBody>
      </p:sp>
      <p:sp>
        <p:nvSpPr>
          <p:cNvPr id="5" name="Slide Number Placeholder 4"/>
          <p:cNvSpPr>
            <a:spLocks noGrp="1"/>
          </p:cNvSpPr>
          <p:nvPr>
            <p:ph type="sldNum" sz="quarter" idx="12"/>
          </p:nvPr>
        </p:nvSpPr>
        <p:spPr/>
        <p:txBody>
          <a:bodyPr/>
          <a:p>
            <a:fld id="{B6F15528-21DE-4FAA-801E-634DDDAF4B2B}" type="slidenum">
              <a:rPr lang="en-US" smtClean="0">
                <a:solidFill>
                  <a:prstClr val="black">
                    <a:tint val="75000"/>
                  </a:prstClr>
                </a:solidFill>
              </a:rPr>
            </a:fld>
            <a:endParaRPr lang="en-US">
              <a:solidFill>
                <a:prstClr val="black">
                  <a:tint val="75000"/>
                </a:prstClr>
              </a:solidFill>
            </a:endParaRPr>
          </a:p>
        </p:txBody>
      </p:sp>
      <p:pic>
        <p:nvPicPr>
          <p:cNvPr id="6" name="Content Placeholder 5" descr="A picture containing text, clipart&#10;&#10;Description automatically generated"/>
          <p:cNvPicPr>
            <a:picLocks noChangeAspect="1"/>
          </p:cNvPicPr>
          <p:nvPr>
            <p:ph sz="half" idx="1"/>
          </p:nvPr>
        </p:nvPicPr>
        <p:blipFill>
          <a:blip r:embed="rId1"/>
          <a:stretch>
            <a:fillRect/>
          </a:stretch>
        </p:blipFill>
        <p:spPr>
          <a:xfrm>
            <a:off x="0" y="0"/>
            <a:ext cx="914400" cy="1071880"/>
          </a:xfrm>
          <a:prstGeom prst="rect">
            <a:avLst/>
          </a:prstGeom>
        </p:spPr>
      </p:pic>
      <p:pic>
        <p:nvPicPr>
          <p:cNvPr id="8" name="Content Placeholder 7"/>
          <p:cNvPicPr>
            <a:picLocks noChangeAspect="1"/>
          </p:cNvPicPr>
          <p:nvPr>
            <p:ph sz="half" idx="2"/>
          </p:nvPr>
        </p:nvPicPr>
        <p:blipFill>
          <a:blip r:embed="rId2"/>
          <a:stretch>
            <a:fillRect/>
          </a:stretch>
        </p:blipFill>
        <p:spPr>
          <a:xfrm>
            <a:off x="0" y="6231255"/>
            <a:ext cx="9143365" cy="626745"/>
          </a:xfrm>
          <a:prstGeom prst="rect">
            <a:avLst/>
          </a:prstGeom>
        </p:spPr>
      </p:pic>
      <p:sp>
        <p:nvSpPr>
          <p:cNvPr id="2" name="Text Box 1"/>
          <p:cNvSpPr txBox="1"/>
          <p:nvPr/>
        </p:nvSpPr>
        <p:spPr>
          <a:xfrm>
            <a:off x="473710" y="1240155"/>
            <a:ext cx="8213725" cy="4497070"/>
          </a:xfrm>
          <a:prstGeom prst="rect">
            <a:avLst/>
          </a:prstGeom>
          <a:noFill/>
        </p:spPr>
        <p:txBody>
          <a:bodyPr wrap="square" rtlCol="0">
            <a:noAutofit/>
          </a:bodyPr>
          <a:p>
            <a:pPr algn="just"/>
            <a:r>
              <a:rPr lang="en-US" altLang="en-US">
                <a:latin typeface="Times New Roman" panose="02020603050405020304" pitchFamily="18" charset="0"/>
                <a:cs typeface="Times New Roman" panose="02020603050405020304" pitchFamily="18" charset="0"/>
              </a:rPr>
              <a:t>This project successfully demonstrates the design and implementation of a Privacy-Preserving Federated XGBoost Framework for Proactive Patient Readmission Management. By leveraging federated learning, the proposed framework enables multiple healthcare institutions to collaboratively train a robust predictive model without sharing sensitive patient-level data, thereby addressing critical privacy, security, and regulatory concerns in healthcare analytics.</a:t>
            </a:r>
            <a:endParaRPr lang="en-US" altLang="en-US">
              <a:latin typeface="Times New Roman" panose="02020603050405020304" pitchFamily="18" charset="0"/>
              <a:cs typeface="Times New Roman" panose="02020603050405020304" pitchFamily="18" charset="0"/>
            </a:endParaRPr>
          </a:p>
          <a:p>
            <a:pPr algn="just"/>
            <a:endParaRPr lang="en-US" altLang="en-US">
              <a:latin typeface="Times New Roman" panose="02020603050405020304" pitchFamily="18" charset="0"/>
              <a:cs typeface="Times New Roman" panose="02020603050405020304" pitchFamily="18" charset="0"/>
            </a:endParaRPr>
          </a:p>
          <a:p>
            <a:pPr algn="just"/>
            <a:r>
              <a:rPr lang="en-US" altLang="en-US">
                <a:latin typeface="Times New Roman" panose="02020603050405020304" pitchFamily="18" charset="0"/>
                <a:cs typeface="Times New Roman" panose="02020603050405020304" pitchFamily="18" charset="0"/>
              </a:rPr>
              <a:t>The experimental results show that the global federated model achieved an accuracy of approximately 79%, outperforming individual local models whose accuracies ranged around 74–75%. This performance improvement highlights the effectiveness of federated aggregation in capturing diverse patient patterns across decentralized datasets while maintaining data confidentiality. The confusion matrix analysis further indicates balanced predictive capability across readmission categories, making the model suitable for real-world clinical decision support.</a:t>
            </a:r>
            <a:endParaRPr lang="en-US" alt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Title 8"/>
          <p:cNvSpPr>
            <a:spLocks noGrp="1"/>
          </p:cNvSpPr>
          <p:nvPr>
            <p:ph type="title"/>
          </p:nvPr>
        </p:nvSpPr>
        <p:spPr>
          <a:xfrm>
            <a:off x="457200" y="102870"/>
            <a:ext cx="8229600" cy="1103630"/>
          </a:xfrm>
        </p:spPr>
        <p:txBody>
          <a:bodyPr/>
          <a:p>
            <a:r>
              <a:rPr lang="en-IN" sz="2800" dirty="0">
                <a:latin typeface="Times New Roman" panose="02020603050405020304" pitchFamily="18" charset="0"/>
                <a:cs typeface="Times New Roman" panose="02020603050405020304" pitchFamily="18" charset="0"/>
                <a:sym typeface="+mn-ea"/>
              </a:rPr>
              <a:t>CONCLUSION</a:t>
            </a:r>
            <a:endParaRPr lang="en-US" sz="2800"/>
          </a:p>
        </p:txBody>
      </p:sp>
      <p:sp>
        <p:nvSpPr>
          <p:cNvPr id="5" name="Slide Number Placeholder 4"/>
          <p:cNvSpPr>
            <a:spLocks noGrp="1"/>
          </p:cNvSpPr>
          <p:nvPr>
            <p:ph type="sldNum" sz="quarter" idx="12"/>
          </p:nvPr>
        </p:nvSpPr>
        <p:spPr/>
        <p:txBody>
          <a:bodyPr/>
          <a:p>
            <a:fld id="{B6F15528-21DE-4FAA-801E-634DDDAF4B2B}" type="slidenum">
              <a:rPr lang="en-US" smtClean="0">
                <a:solidFill>
                  <a:prstClr val="black">
                    <a:tint val="75000"/>
                  </a:prstClr>
                </a:solidFill>
              </a:rPr>
            </a:fld>
            <a:endParaRPr lang="en-US">
              <a:solidFill>
                <a:prstClr val="black">
                  <a:tint val="75000"/>
                </a:prstClr>
              </a:solidFill>
            </a:endParaRPr>
          </a:p>
        </p:txBody>
      </p:sp>
      <p:pic>
        <p:nvPicPr>
          <p:cNvPr id="6" name="Content Placeholder 5" descr="A picture containing text, clipart&#10;&#10;Description automatically generated"/>
          <p:cNvPicPr>
            <a:picLocks noChangeAspect="1"/>
          </p:cNvPicPr>
          <p:nvPr>
            <p:ph sz="half" idx="1"/>
          </p:nvPr>
        </p:nvPicPr>
        <p:blipFill>
          <a:blip r:embed="rId1"/>
          <a:stretch>
            <a:fillRect/>
          </a:stretch>
        </p:blipFill>
        <p:spPr>
          <a:xfrm>
            <a:off x="0" y="0"/>
            <a:ext cx="914400" cy="1071880"/>
          </a:xfrm>
          <a:prstGeom prst="rect">
            <a:avLst/>
          </a:prstGeom>
        </p:spPr>
      </p:pic>
      <p:pic>
        <p:nvPicPr>
          <p:cNvPr id="8" name="Content Placeholder 7"/>
          <p:cNvPicPr>
            <a:picLocks noChangeAspect="1"/>
          </p:cNvPicPr>
          <p:nvPr>
            <p:ph sz="half" idx="2"/>
          </p:nvPr>
        </p:nvPicPr>
        <p:blipFill>
          <a:blip r:embed="rId2"/>
          <a:stretch>
            <a:fillRect/>
          </a:stretch>
        </p:blipFill>
        <p:spPr>
          <a:xfrm>
            <a:off x="0" y="6231255"/>
            <a:ext cx="9143365" cy="626745"/>
          </a:xfrm>
          <a:prstGeom prst="rect">
            <a:avLst/>
          </a:prstGeom>
        </p:spPr>
      </p:pic>
      <p:sp>
        <p:nvSpPr>
          <p:cNvPr id="2" name="Text Box 1"/>
          <p:cNvSpPr txBox="1"/>
          <p:nvPr/>
        </p:nvSpPr>
        <p:spPr>
          <a:xfrm>
            <a:off x="473710" y="1240155"/>
            <a:ext cx="8213725" cy="4497070"/>
          </a:xfrm>
          <a:prstGeom prst="rect">
            <a:avLst/>
          </a:prstGeom>
          <a:noFill/>
        </p:spPr>
        <p:txBody>
          <a:bodyPr wrap="square" rtlCol="0">
            <a:noAutofit/>
          </a:bodyPr>
          <a:p>
            <a:pPr algn="just"/>
            <a:r>
              <a:rPr lang="en-US" altLang="en-US">
                <a:latin typeface="Times New Roman" panose="02020603050405020304" pitchFamily="18" charset="0"/>
                <a:cs typeface="Times New Roman" panose="02020603050405020304" pitchFamily="18" charset="0"/>
              </a:rPr>
              <a:t>Overall, the framework proves that federated XGBoost is a viable and scalable solution for proactive patient readmission prediction, combining strong predictive performance with privacy preservation. This approach can assist healthcare providers in early identification of high-risk patients, optimize resource allocation, and ultimately improve patient outcomes. Future work may focus on incorporating differential privacy, secure aggregation techniques, and real-time clinical integration to further enhance robustness and deployment readiness.</a:t>
            </a:r>
            <a:endParaRPr lang="en-US" alt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6560" y="181681"/>
            <a:ext cx="8229600" cy="639762"/>
          </a:xfrm>
        </p:spPr>
        <p:txBody>
          <a:bodyPr>
            <a:normAutofit/>
          </a:bodyPr>
          <a:lstStyle/>
          <a:p>
            <a:r>
              <a:rPr lang="en-US" sz="3200" b="1" dirty="0">
                <a:latin typeface="Times New Roman" panose="02020603050405020304" pitchFamily="18" charset="0"/>
                <a:cs typeface="Times New Roman" panose="02020603050405020304" pitchFamily="18" charset="0"/>
              </a:rPr>
              <a:t>References</a:t>
            </a:r>
            <a:endParaRPr lang="en-IN" sz="3200" b="1" dirty="0"/>
          </a:p>
        </p:txBody>
      </p:sp>
      <p:sp>
        <p:nvSpPr>
          <p:cNvPr id="5" name="Slide Number Placeholder 4"/>
          <p:cNvSpPr>
            <a:spLocks noGrp="1"/>
          </p:cNvSpPr>
          <p:nvPr>
            <p:ph type="sldNum" sz="quarter" idx="12"/>
          </p:nvPr>
        </p:nvSpPr>
        <p:spPr/>
        <p:txBody>
          <a:bodyPr/>
          <a:lstStyle/>
          <a:p>
            <a:fld id="{B6F15528-21DE-4FAA-801E-634DDDAF4B2B}" type="slidenum">
              <a:rPr lang="en-US" smtClean="0">
                <a:solidFill>
                  <a:prstClr val="black">
                    <a:tint val="75000"/>
                  </a:prstClr>
                </a:solidFill>
              </a:rPr>
            </a:fld>
            <a:endParaRPr lang="en-US">
              <a:solidFill>
                <a:prstClr val="black">
                  <a:tint val="75000"/>
                </a:prstClr>
              </a:solidFill>
            </a:endParaRPr>
          </a:p>
        </p:txBody>
      </p:sp>
      <p:sp>
        <p:nvSpPr>
          <p:cNvPr id="7" name="TextBox 6"/>
          <p:cNvSpPr txBox="1"/>
          <p:nvPr/>
        </p:nvSpPr>
        <p:spPr>
          <a:xfrm>
            <a:off x="228600" y="1285875"/>
            <a:ext cx="8534400" cy="4471670"/>
          </a:xfrm>
          <a:prstGeom prst="rect">
            <a:avLst/>
          </a:prstGeom>
          <a:noFill/>
        </p:spPr>
        <p:txBody>
          <a:bodyPr wrap="square">
            <a:noAutofit/>
          </a:bodyPr>
          <a:lstStyle/>
          <a:p>
            <a:pPr marL="93980" marR="101600" indent="0">
              <a:lnSpc>
                <a:spcPct val="150000"/>
              </a:lnSpc>
              <a:buNone/>
              <a:tabLst>
                <a:tab pos="562610" algn="l"/>
              </a:tabLst>
            </a:pPr>
            <a:r>
              <a:rPr lang="en-US" altLang="en-US" sz="14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[1] S. Clore et al., “Diabetes 130-US Hospitals for Years 1999–2008,” UCI Machine Learning Repository, 2014.</a:t>
            </a:r>
            <a:endParaRPr lang="en-US" altLang="en-US" sz="14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endParaRPr>
          </a:p>
          <a:p>
            <a:pPr marL="93980" marR="101600" indent="0">
              <a:lnSpc>
                <a:spcPct val="150000"/>
              </a:lnSpc>
              <a:buNone/>
              <a:tabLst>
                <a:tab pos="562610" algn="l"/>
              </a:tabLst>
            </a:pPr>
            <a:r>
              <a:rPr lang="en-US" altLang="en-US" sz="14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[2] Y. Shang, X. Zhang, and J. Liu, “The 30-days Hospital Readmission Risk in Diabetic Patients: Predictive Modeling with Machine Learning Classifiers,” Journal of Healthcare Engineering, 2021.</a:t>
            </a:r>
            <a:endParaRPr lang="en-US" altLang="en-US" sz="14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endParaRPr>
          </a:p>
          <a:p>
            <a:pPr marL="93980" marR="101600" indent="0">
              <a:lnSpc>
                <a:spcPct val="150000"/>
              </a:lnSpc>
              <a:buNone/>
              <a:tabLst>
                <a:tab pos="562610" algn="l"/>
              </a:tabLst>
            </a:pPr>
            <a:r>
              <a:rPr lang="en-US" altLang="en-US" sz="14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[3] N. K. Reddy, T. Anirudh, T. Varshitha, B. C. Kumar, N. S. S. S. Girish Kumar, and M. A. Jabbar, “Hospital Readmission Risk Predictor for Diabetic Patients Using XGBoost,” in Proc. IEEE Int. Conf. on Computing, Communication and Intelligent Systems, 2023.</a:t>
            </a:r>
            <a:endParaRPr lang="en-US" altLang="en-US" sz="14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endParaRPr>
          </a:p>
          <a:p>
            <a:pPr marL="93980" marR="101600" indent="0">
              <a:lnSpc>
                <a:spcPct val="150000"/>
              </a:lnSpc>
              <a:buNone/>
              <a:tabLst>
                <a:tab pos="562610" algn="l"/>
              </a:tabLst>
            </a:pPr>
            <a:r>
              <a:rPr lang="en-US" altLang="en-US" sz="14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[4] P. Foley et al., “OpenFL: The Open Federated Learning Library,” IEEE Software, vol. 39, no. 3, pp. 44–52, 2022.</a:t>
            </a:r>
            <a:endParaRPr lang="en-US" altLang="en-US" sz="14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endParaRPr>
          </a:p>
          <a:p>
            <a:pPr marL="93980" marR="101600" indent="0">
              <a:lnSpc>
                <a:spcPct val="150000"/>
              </a:lnSpc>
              <a:buNone/>
              <a:tabLst>
                <a:tab pos="562610" algn="l"/>
              </a:tabLst>
            </a:pPr>
            <a:r>
              <a:rPr lang="en-US" altLang="en-US" sz="14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[5] F. Karamat, A. Rehman, and S. Ali, “Addressing Privacy-Preservation in Healthcare Using Federated Learning: A Survey,” IEEE Access, 2025.</a:t>
            </a:r>
            <a:endParaRPr lang="en-US" altLang="en-US" sz="14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6" name="Picture 5" descr="A picture containing text, clipart&#10;&#10;Description automatically generated"/>
          <p:cNvPicPr>
            <a:picLocks noChangeAspect="1"/>
          </p:cNvPicPr>
          <p:nvPr/>
        </p:nvPicPr>
        <p:blipFill>
          <a:blip r:embed="rId1"/>
          <a:stretch>
            <a:fillRect/>
          </a:stretch>
        </p:blipFill>
        <p:spPr>
          <a:xfrm>
            <a:off x="0" y="-14288"/>
            <a:ext cx="1042988" cy="1221786"/>
          </a:xfrm>
          <a:prstGeom prst="rect">
            <a:avLst/>
          </a:prstGeom>
        </p:spPr>
      </p:pic>
      <p:pic>
        <p:nvPicPr>
          <p:cNvPr id="8" name="Picture 7"/>
          <p:cNvPicPr>
            <a:picLocks noChangeAspect="1"/>
          </p:cNvPicPr>
          <p:nvPr/>
        </p:nvPicPr>
        <p:blipFill>
          <a:blip r:embed="rId2"/>
          <a:stretch>
            <a:fillRect/>
          </a:stretch>
        </p:blipFill>
        <p:spPr>
          <a:xfrm>
            <a:off x="-1" y="6248400"/>
            <a:ext cx="9144001" cy="613831"/>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6560" y="181681"/>
            <a:ext cx="8229600" cy="639762"/>
          </a:xfrm>
        </p:spPr>
        <p:txBody>
          <a:bodyPr>
            <a:normAutofit/>
          </a:bodyPr>
          <a:lstStyle/>
          <a:p>
            <a:r>
              <a:rPr lang="en-US" sz="3200" b="1" dirty="0">
                <a:latin typeface="Times New Roman" panose="02020603050405020304" pitchFamily="18" charset="0"/>
                <a:cs typeface="Times New Roman" panose="02020603050405020304" pitchFamily="18" charset="0"/>
              </a:rPr>
              <a:t>References</a:t>
            </a:r>
            <a:endParaRPr lang="en-IN" sz="3200" b="1" dirty="0"/>
          </a:p>
        </p:txBody>
      </p:sp>
      <p:sp>
        <p:nvSpPr>
          <p:cNvPr id="5" name="Slide Number Placeholder 4"/>
          <p:cNvSpPr>
            <a:spLocks noGrp="1"/>
          </p:cNvSpPr>
          <p:nvPr>
            <p:ph type="sldNum" sz="quarter" idx="12"/>
          </p:nvPr>
        </p:nvSpPr>
        <p:spPr/>
        <p:txBody>
          <a:bodyPr/>
          <a:lstStyle/>
          <a:p>
            <a:fld id="{B6F15528-21DE-4FAA-801E-634DDDAF4B2B}" type="slidenum">
              <a:rPr lang="en-US" smtClean="0">
                <a:solidFill>
                  <a:prstClr val="black">
                    <a:tint val="75000"/>
                  </a:prstClr>
                </a:solidFill>
              </a:rPr>
            </a:fld>
            <a:endParaRPr lang="en-US">
              <a:solidFill>
                <a:prstClr val="black">
                  <a:tint val="75000"/>
                </a:prstClr>
              </a:solidFill>
            </a:endParaRPr>
          </a:p>
        </p:txBody>
      </p:sp>
      <p:sp>
        <p:nvSpPr>
          <p:cNvPr id="7" name="TextBox 6"/>
          <p:cNvSpPr txBox="1"/>
          <p:nvPr/>
        </p:nvSpPr>
        <p:spPr>
          <a:xfrm>
            <a:off x="228600" y="1285875"/>
            <a:ext cx="8534400" cy="4471670"/>
          </a:xfrm>
          <a:prstGeom prst="rect">
            <a:avLst/>
          </a:prstGeom>
          <a:noFill/>
        </p:spPr>
        <p:txBody>
          <a:bodyPr wrap="square">
            <a:noAutofit/>
          </a:bodyPr>
          <a:lstStyle/>
          <a:p>
            <a:pPr marL="93980" marR="101600" indent="0">
              <a:lnSpc>
                <a:spcPct val="150000"/>
              </a:lnSpc>
              <a:buNone/>
              <a:tabLst>
                <a:tab pos="562610" algn="l"/>
              </a:tabLst>
            </a:pPr>
            <a:r>
              <a:rPr lang="en-US" altLang="en-US" sz="14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[6] S. Davis, J. Zhang, I. Lee, et al., “Effective hospital readmission prediction models using machine-learned features,” BMC Health Serv. Res., vol. 22, no. 1415, pp. 1–12, 2022.</a:t>
            </a:r>
            <a:endParaRPr lang="en-US" altLang="en-US" sz="14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endParaRPr>
          </a:p>
          <a:p>
            <a:pPr marL="93980" marR="101600" indent="0">
              <a:lnSpc>
                <a:spcPct val="150000"/>
              </a:lnSpc>
              <a:buNone/>
              <a:tabLst>
                <a:tab pos="562610" algn="l"/>
              </a:tabLst>
            </a:pPr>
            <a:r>
              <a:rPr lang="en-US" altLang="en-US" sz="14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[7] P. Rajpurkar, E. Chen, I. Banerjee, and E. Topol, “AI in health and medicine,” Nat. Med., vol. 28, no. 1, pp. 31–38, 2022.</a:t>
            </a:r>
            <a:endParaRPr lang="en-US" altLang="en-US" sz="14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endParaRPr>
          </a:p>
          <a:p>
            <a:pPr marL="93980" marR="101600" indent="0">
              <a:lnSpc>
                <a:spcPct val="150000"/>
              </a:lnSpc>
              <a:buNone/>
              <a:tabLst>
                <a:tab pos="562610" algn="l"/>
              </a:tabLst>
            </a:pPr>
            <a:r>
              <a:rPr lang="en-US" altLang="en-US" sz="14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[8] H. M. Krumholz et al., “Readmission after hospitalization for heart failure among Medicare beneficiaries,” Circulation, vol. 113, no. 17, pp. 2035–2042, 2006.</a:t>
            </a:r>
            <a:endParaRPr lang="en-US" altLang="en-US" sz="14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endParaRPr>
          </a:p>
          <a:p>
            <a:pPr marL="93980" marR="101600" indent="0">
              <a:lnSpc>
                <a:spcPct val="150000"/>
              </a:lnSpc>
              <a:buNone/>
              <a:tabLst>
                <a:tab pos="562610" algn="l"/>
              </a:tabLst>
            </a:pPr>
            <a:r>
              <a:rPr lang="en-US" altLang="en-US" sz="14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[9] J. van Walraven et al., “Derivation and validation of an index to predict early death or unplanned readmission after discharge from hospital: LACE index,” CMAJ, vol. 182, no. 6, pp. 551–557, 2010.</a:t>
            </a:r>
            <a:endParaRPr lang="en-US" altLang="en-US" sz="14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endParaRPr>
          </a:p>
          <a:p>
            <a:pPr marL="93980" marR="101600" indent="0">
              <a:lnSpc>
                <a:spcPct val="150000"/>
              </a:lnSpc>
              <a:buNone/>
              <a:tabLst>
                <a:tab pos="562610" algn="l"/>
              </a:tabLst>
            </a:pPr>
            <a:r>
              <a:rPr lang="en-US" altLang="en-US" sz="14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[10] D. Kansagara et al., “Risk prediction models for hospital readmission: A systematic review,” JAMA, vol. 306, no. 15, pp. 1688–1698, Oct. 2011.</a:t>
            </a:r>
            <a:endParaRPr lang="en-US" altLang="en-US" sz="14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endParaRPr>
          </a:p>
          <a:p>
            <a:pPr marL="93980" marR="101600" indent="0">
              <a:lnSpc>
                <a:spcPct val="150000"/>
              </a:lnSpc>
              <a:buNone/>
              <a:tabLst>
                <a:tab pos="562610" algn="l"/>
              </a:tabLst>
            </a:pPr>
            <a:r>
              <a:rPr lang="en-US" altLang="en-US" sz="14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[11] A. Rajkomar et al., “Scalable and accurate deep learning with electronic health records,” NPJ Digit. Med., vol. 1, no. 18, 2018.</a:t>
            </a:r>
            <a:endParaRPr lang="en-US" altLang="en-US" sz="14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6" name="Picture 5" descr="A picture containing text, clipart&#10;&#10;Description automatically generated"/>
          <p:cNvPicPr>
            <a:picLocks noChangeAspect="1"/>
          </p:cNvPicPr>
          <p:nvPr/>
        </p:nvPicPr>
        <p:blipFill>
          <a:blip r:embed="rId1"/>
          <a:stretch>
            <a:fillRect/>
          </a:stretch>
        </p:blipFill>
        <p:spPr>
          <a:xfrm>
            <a:off x="0" y="-14288"/>
            <a:ext cx="1042988" cy="1221786"/>
          </a:xfrm>
          <a:prstGeom prst="rect">
            <a:avLst/>
          </a:prstGeom>
        </p:spPr>
      </p:pic>
      <p:pic>
        <p:nvPicPr>
          <p:cNvPr id="8" name="Picture 7"/>
          <p:cNvPicPr>
            <a:picLocks noChangeAspect="1"/>
          </p:cNvPicPr>
          <p:nvPr/>
        </p:nvPicPr>
        <p:blipFill>
          <a:blip r:embed="rId2"/>
          <a:stretch>
            <a:fillRect/>
          </a:stretch>
        </p:blipFill>
        <p:spPr>
          <a:xfrm>
            <a:off x="-1" y="6248400"/>
            <a:ext cx="9144001" cy="613831"/>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5334000"/>
          </a:xfrm>
        </p:spPr>
        <p:txBody>
          <a:bodyPr>
            <a:normAutofit/>
          </a:bodyPr>
          <a:lstStyle/>
          <a:p>
            <a:r>
              <a:rPr lang="en-US" dirty="0">
                <a:solidFill>
                  <a:srgbClr val="C00000"/>
                </a:solidFill>
                <a:latin typeface="Times New Roman" panose="02020603050405020304" pitchFamily="18" charset="0"/>
                <a:cs typeface="Times New Roman" panose="02020603050405020304" pitchFamily="18" charset="0"/>
              </a:rPr>
              <a:t>Thank You</a:t>
            </a:r>
            <a:endParaRPr lang="en-US" dirty="0">
              <a:solidFill>
                <a:srgbClr val="C00000"/>
              </a:solidFill>
              <a:latin typeface="Times New Roman" panose="02020603050405020304" pitchFamily="18" charset="0"/>
              <a:cs typeface="Times New Roman" panose="02020603050405020304" pitchFamily="18" charset="0"/>
            </a:endParaRPr>
          </a:p>
        </p:txBody>
      </p:sp>
      <p:sp>
        <p:nvSpPr>
          <p:cNvPr id="7" name="TextBox 6"/>
          <p:cNvSpPr txBox="1"/>
          <p:nvPr/>
        </p:nvSpPr>
        <p:spPr>
          <a:xfrm>
            <a:off x="2971800" y="5725923"/>
            <a:ext cx="3581400" cy="1132077"/>
          </a:xfrm>
          <a:prstGeom prst="rect">
            <a:avLst/>
          </a:prstGeom>
          <a:noFill/>
        </p:spPr>
        <p:txBody>
          <a:bodyPr wrap="square" rtlCol="0">
            <a:spAutoFit/>
          </a:bodyPr>
          <a:lstStyle/>
          <a:p>
            <a:endParaRPr lang="en-US" dirty="0"/>
          </a:p>
        </p:txBody>
      </p:sp>
      <p:pic>
        <p:nvPicPr>
          <p:cNvPr id="4" name="Picture 3" descr="A picture containing text, clipart&#10;&#10;Description automatically generated"/>
          <p:cNvPicPr>
            <a:picLocks noChangeAspect="1"/>
          </p:cNvPicPr>
          <p:nvPr/>
        </p:nvPicPr>
        <p:blipFill>
          <a:blip r:embed="rId1"/>
          <a:stretch>
            <a:fillRect/>
          </a:stretch>
        </p:blipFill>
        <p:spPr>
          <a:xfrm>
            <a:off x="0" y="-14288"/>
            <a:ext cx="1042988" cy="1221786"/>
          </a:xfrm>
          <a:prstGeom prst="rect">
            <a:avLst/>
          </a:prstGeom>
        </p:spPr>
      </p:pic>
      <p:pic>
        <p:nvPicPr>
          <p:cNvPr id="5" name="Picture 4"/>
          <p:cNvPicPr>
            <a:picLocks noChangeAspect="1"/>
          </p:cNvPicPr>
          <p:nvPr/>
        </p:nvPicPr>
        <p:blipFill>
          <a:blip r:embed="rId2"/>
          <a:stretch>
            <a:fillRect/>
          </a:stretch>
        </p:blipFill>
        <p:spPr>
          <a:xfrm>
            <a:off x="-1" y="6248400"/>
            <a:ext cx="9144001" cy="613831"/>
          </a:xfrm>
          <a:prstGeom prst="rect">
            <a:avLst/>
          </a:prstGeom>
        </p:spPr>
      </p:pic>
    </p:spTree>
  </p:cSld>
  <p:clrMapOvr>
    <a:masterClrMapping/>
  </p:clrMapOvr>
</p:sld>
</file>

<file path=ppt/tags/tag1.xml><?xml version="1.0" encoding="utf-8"?>
<p:tagLst xmlns:p="http://schemas.openxmlformats.org/presentationml/2006/main">
  <p:tag name="TABLE_ENDDRAG_ORIGIN_RECT" val="650*333"/>
  <p:tag name="TABLE_ENDDRAG_RECT" val="36*126*650*333"/>
</p:tagLst>
</file>

<file path=ppt/tags/tag2.xml><?xml version="1.0" encoding="utf-8"?>
<p:tagLst xmlns:p="http://schemas.openxmlformats.org/presentationml/2006/main">
  <p:tag name="TABLE_ENDDRAG_ORIGIN_RECT" val="650*325"/>
  <p:tag name="TABLE_ENDDRAG_RECT" val="36*126*650*325"/>
</p:tagLst>
</file>

<file path=ppt/tags/tag3.xml><?xml version="1.0" encoding="utf-8"?>
<p:tagLst xmlns:p="http://schemas.openxmlformats.org/presentationml/2006/main">
  <p:tag name="TABLE_ENDDRAG_ORIGIN_RECT" val="677*425"/>
  <p:tag name="TABLE_ENDDRAG_RECT" val="21*71*677*425"/>
</p:tagLst>
</file>

<file path=ppt/tags/tag4.xml><?xml version="1.0" encoding="utf-8"?>
<p:tagLst xmlns:p="http://schemas.openxmlformats.org/presentationml/2006/main">
  <p:tag name="TABLE_ENDDRAG_ORIGIN_RECT" val="696*423"/>
  <p:tag name="TABLE_ENDDRAG_RECT" val="9*62*696*423"/>
</p:tagLst>
</file>

<file path=ppt/tags/tag5.xml><?xml version="1.0" encoding="utf-8"?>
<p:tagLst xmlns:p="http://schemas.openxmlformats.org/presentationml/2006/main">
  <p:tag name="TABLE_ENDDRAG_ORIGIN_RECT" val="636*404"/>
  <p:tag name="TABLE_ENDDRAG_RECT" val="48*71*636*40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DMIHER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12048</Words>
  <Application>WPS Presentation</Application>
  <PresentationFormat>On-screen Show (4:3)</PresentationFormat>
  <Paragraphs>444</Paragraphs>
  <Slides>28</Slides>
  <Notes>1</Notes>
  <HiddenSlides>0</HiddenSlides>
  <MMClips>0</MMClips>
  <ScaleCrop>false</ScaleCrop>
  <HeadingPairs>
    <vt:vector size="6" baseType="variant">
      <vt:variant>
        <vt:lpstr>已用的字体</vt:lpstr>
      </vt:variant>
      <vt:variant>
        <vt:i4>8</vt:i4>
      </vt:variant>
      <vt:variant>
        <vt:lpstr>主题</vt:lpstr>
      </vt:variant>
      <vt:variant>
        <vt:i4>3</vt:i4>
      </vt:variant>
      <vt:variant>
        <vt:lpstr>幻灯片标题</vt:lpstr>
      </vt:variant>
      <vt:variant>
        <vt:i4>28</vt:i4>
      </vt:variant>
    </vt:vector>
  </HeadingPairs>
  <TitlesOfParts>
    <vt:vector size="39" baseType="lpstr">
      <vt:lpstr>Arial</vt:lpstr>
      <vt:lpstr>SimSun</vt:lpstr>
      <vt:lpstr>Wingdings</vt:lpstr>
      <vt:lpstr>Calibri</vt:lpstr>
      <vt:lpstr>Times New Roman</vt:lpstr>
      <vt:lpstr>Microsoft YaHei</vt:lpstr>
      <vt:lpstr>Arial Unicode MS</vt:lpstr>
      <vt:lpstr>Wingdings</vt:lpstr>
      <vt:lpstr>Office Theme</vt:lpstr>
      <vt:lpstr>3_Office Theme</vt:lpstr>
      <vt:lpstr>DMIHER Theme</vt:lpstr>
      <vt:lpstr>PowerPoint 演示文稿</vt:lpstr>
      <vt:lpstr>PowerPoint 演示文稿</vt:lpstr>
      <vt:lpstr>PowerPoint 演示文稿</vt:lpstr>
      <vt:lpstr>CONTENTS </vt:lpstr>
      <vt:lpstr>Introduction</vt:lpstr>
      <vt:lpstr>Advantages</vt:lpstr>
      <vt:lpstr>Advantages</vt:lpstr>
      <vt:lpstr>PRISMA CHART </vt:lpstr>
      <vt:lpstr>LITERATURE SURVEY</vt:lpstr>
      <vt:lpstr>LITERATURE SURVEY</vt:lpstr>
      <vt:lpstr>LITERATURE SURVEY</vt:lpstr>
      <vt:lpstr>LITERATURE SURVEY</vt:lpstr>
      <vt:lpstr>LITERATURE SURVEY</vt:lpstr>
      <vt:lpstr>Summary of Research Gap  </vt:lpstr>
      <vt:lpstr>Summary of Research Gap  </vt:lpstr>
      <vt:lpstr>RESEARCH QUESTION</vt:lpstr>
      <vt:lpstr>AIM</vt:lpstr>
      <vt:lpstr>OBJECTIVES</vt:lpstr>
      <vt:lpstr>PowerPoint 演示文稿</vt:lpstr>
      <vt:lpstr>PowerPoint 演示文稿</vt:lpstr>
      <vt:lpstr>PowerPoint 演示文稿</vt:lpstr>
      <vt:lpstr>PowerPoint 演示文稿</vt:lpstr>
      <vt:lpstr>PowerPoint 演示文稿</vt:lpstr>
      <vt:lpstr>CONCLUSION</vt:lpstr>
      <vt:lpstr>CONCLUSION</vt:lpstr>
      <vt:lpstr>References</vt:lpstr>
      <vt:lpstr>References</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FIRST PRESENTATION</dc:title>
  <dc:creator>Acer</dc:creator>
  <cp:lastModifiedBy>Nayan Jikar</cp:lastModifiedBy>
  <cp:revision>718</cp:revision>
  <cp:lastPrinted>2023-02-04T19:54:00Z</cp:lastPrinted>
  <dcterms:created xsi:type="dcterms:W3CDTF">2006-08-16T00:00:00Z</dcterms:created>
  <dcterms:modified xsi:type="dcterms:W3CDTF">2026-02-24T13:51:42Z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D4741F42CE334BEAB82C98B3A58F8C3F_12</vt:lpwstr>
  </property>
  <property fmtid="{D5CDD505-2E9C-101B-9397-08002B2CF9AE}" pid="3" name="KSOProductBuildVer">
    <vt:lpwstr>1033-12.2.0.23197</vt:lpwstr>
  </property>
</Properties>
</file>